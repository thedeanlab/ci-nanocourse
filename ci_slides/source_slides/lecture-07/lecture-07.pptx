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319" r:id="rId11"/>
    <p:sldId id="267" r:id="rId12"/>
    <p:sldId id="268" r:id="rId13"/>
    <p:sldId id="269" r:id="rId14"/>
    <p:sldId id="270" r:id="rId15"/>
    <p:sldId id="320" r:id="rId16"/>
    <p:sldId id="271" r:id="rId17"/>
    <p:sldId id="273" r:id="rId18"/>
    <p:sldId id="272" r:id="rId19"/>
    <p:sldId id="31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4C02"/>
    <a:srgbClr val="FFFFFF"/>
    <a:srgbClr val="FF8F00"/>
    <a:srgbClr val="0281FF"/>
    <a:srgbClr val="00B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9E9C37-3994-40C3-9173-FCED2443E66F}" v="63" dt="2025-03-06T15:34:02.5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3005"/>
  </p:normalViewPr>
  <p:slideViewPr>
    <p:cSldViewPr snapToGrid="0">
      <p:cViewPr varScale="1">
        <p:scale>
          <a:sx n="92" d="100"/>
          <a:sy n="92" d="100"/>
        </p:scale>
        <p:origin x="7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nor McFadden" userId="f47e83d6-c304-46e3-a761-6bc8e21591e8" providerId="ADAL" clId="{8F9E9C37-3994-40C3-9173-FCED2443E66F}"/>
    <pc:docChg chg="undo custSel addSld delSld modSld">
      <pc:chgData name="Conor McFadden" userId="f47e83d6-c304-46e3-a761-6bc8e21591e8" providerId="ADAL" clId="{8F9E9C37-3994-40C3-9173-FCED2443E66F}" dt="2025-03-06T15:34:41.213" v="1769" actId="1036"/>
      <pc:docMkLst>
        <pc:docMk/>
      </pc:docMkLst>
      <pc:sldChg chg="addSp delSp modSp mod">
        <pc:chgData name="Conor McFadden" userId="f47e83d6-c304-46e3-a761-6bc8e21591e8" providerId="ADAL" clId="{8F9E9C37-3994-40C3-9173-FCED2443E66F}" dt="2025-03-06T13:21:35.258" v="24" actId="255"/>
        <pc:sldMkLst>
          <pc:docMk/>
          <pc:sldMk cId="4291789312" sldId="257"/>
        </pc:sldMkLst>
        <pc:spChg chg="del">
          <ac:chgData name="Conor McFadden" userId="f47e83d6-c304-46e3-a761-6bc8e21591e8" providerId="ADAL" clId="{8F9E9C37-3994-40C3-9173-FCED2443E66F}" dt="2025-03-06T01:10:36.380" v="0" actId="478"/>
          <ac:spMkLst>
            <pc:docMk/>
            <pc:sldMk cId="4291789312" sldId="257"/>
            <ac:spMk id="2" creationId="{9E8D5179-3DD9-83EA-E4A8-59C437FBBEC8}"/>
          </ac:spMkLst>
        </pc:spChg>
        <pc:spChg chg="del">
          <ac:chgData name="Conor McFadden" userId="f47e83d6-c304-46e3-a761-6bc8e21591e8" providerId="ADAL" clId="{8F9E9C37-3994-40C3-9173-FCED2443E66F}" dt="2025-03-06T13:20:45.435" v="1" actId="478"/>
          <ac:spMkLst>
            <pc:docMk/>
            <pc:sldMk cId="4291789312" sldId="257"/>
            <ac:spMk id="3" creationId="{EB9FF42B-E123-8C6B-7BCA-DD084333BCE6}"/>
          </ac:spMkLst>
        </pc:spChg>
        <pc:spChg chg="add del mod">
          <ac:chgData name="Conor McFadden" userId="f47e83d6-c304-46e3-a761-6bc8e21591e8" providerId="ADAL" clId="{8F9E9C37-3994-40C3-9173-FCED2443E66F}" dt="2025-03-06T13:20:45.435" v="1" actId="478"/>
          <ac:spMkLst>
            <pc:docMk/>
            <pc:sldMk cId="4291789312" sldId="257"/>
            <ac:spMk id="5" creationId="{7C4EF7B0-153A-8241-0BE5-C6B8D1CBEC46}"/>
          </ac:spMkLst>
        </pc:spChg>
        <pc:spChg chg="add del mod">
          <ac:chgData name="Conor McFadden" userId="f47e83d6-c304-46e3-a761-6bc8e21591e8" providerId="ADAL" clId="{8F9E9C37-3994-40C3-9173-FCED2443E66F}" dt="2025-03-06T13:20:47.741" v="2" actId="478"/>
          <ac:spMkLst>
            <pc:docMk/>
            <pc:sldMk cId="4291789312" sldId="257"/>
            <ac:spMk id="7" creationId="{563D7893-E614-5F68-05F5-7A6288DE34EB}"/>
          </ac:spMkLst>
        </pc:spChg>
        <pc:spChg chg="add mod">
          <ac:chgData name="Conor McFadden" userId="f47e83d6-c304-46e3-a761-6bc8e21591e8" providerId="ADAL" clId="{8F9E9C37-3994-40C3-9173-FCED2443E66F}" dt="2025-03-06T13:21:03.556" v="4"/>
          <ac:spMkLst>
            <pc:docMk/>
            <pc:sldMk cId="4291789312" sldId="257"/>
            <ac:spMk id="8" creationId="{CD7B42D9-0E82-350C-4076-66B6315727CC}"/>
          </ac:spMkLst>
        </pc:spChg>
        <pc:spChg chg="add mod">
          <ac:chgData name="Conor McFadden" userId="f47e83d6-c304-46e3-a761-6bc8e21591e8" providerId="ADAL" clId="{8F9E9C37-3994-40C3-9173-FCED2443E66F}" dt="2025-03-06T13:21:03.556" v="4"/>
          <ac:spMkLst>
            <pc:docMk/>
            <pc:sldMk cId="4291789312" sldId="257"/>
            <ac:spMk id="9" creationId="{B91E8AA3-D590-9841-18AE-5B2ED3030E08}"/>
          </ac:spMkLst>
        </pc:spChg>
        <pc:spChg chg="add mod">
          <ac:chgData name="Conor McFadden" userId="f47e83d6-c304-46e3-a761-6bc8e21591e8" providerId="ADAL" clId="{8F9E9C37-3994-40C3-9173-FCED2443E66F}" dt="2025-03-06T13:21:35.258" v="24" actId="255"/>
          <ac:spMkLst>
            <pc:docMk/>
            <pc:sldMk cId="4291789312" sldId="257"/>
            <ac:spMk id="11" creationId="{FF2716D4-DD93-5797-05B8-2F5F78E83B1B}"/>
          </ac:spMkLst>
        </pc:spChg>
        <pc:spChg chg="add mod">
          <ac:chgData name="Conor McFadden" userId="f47e83d6-c304-46e3-a761-6bc8e21591e8" providerId="ADAL" clId="{8F9E9C37-3994-40C3-9173-FCED2443E66F}" dt="2025-03-06T13:21:28.909" v="23" actId="20577"/>
          <ac:spMkLst>
            <pc:docMk/>
            <pc:sldMk cId="4291789312" sldId="257"/>
            <ac:spMk id="12" creationId="{25D1CF9D-8623-B864-B0A2-659DA356A822}"/>
          </ac:spMkLst>
        </pc:spChg>
        <pc:picChg chg="add">
          <ac:chgData name="Conor McFadden" userId="f47e83d6-c304-46e3-a761-6bc8e21591e8" providerId="ADAL" clId="{8F9E9C37-3994-40C3-9173-FCED2443E66F}" dt="2025-03-06T13:21:03.609" v="5"/>
          <ac:picMkLst>
            <pc:docMk/>
            <pc:sldMk cId="4291789312" sldId="257"/>
            <ac:picMk id="10" creationId="{4131E392-A1B3-661F-36B0-57E8EE9BFAD2}"/>
          </ac:picMkLst>
        </pc:picChg>
      </pc:sldChg>
      <pc:sldChg chg="addSp modSp mod">
        <pc:chgData name="Conor McFadden" userId="f47e83d6-c304-46e3-a761-6bc8e21591e8" providerId="ADAL" clId="{8F9E9C37-3994-40C3-9173-FCED2443E66F}" dt="2025-03-06T13:29:10.176" v="75" actId="20577"/>
        <pc:sldMkLst>
          <pc:docMk/>
          <pc:sldMk cId="3273628897" sldId="258"/>
        </pc:sldMkLst>
        <pc:spChg chg="mod">
          <ac:chgData name="Conor McFadden" userId="f47e83d6-c304-46e3-a761-6bc8e21591e8" providerId="ADAL" clId="{8F9E9C37-3994-40C3-9173-FCED2443E66F}" dt="2025-03-06T13:22:07.944" v="31" actId="113"/>
          <ac:spMkLst>
            <pc:docMk/>
            <pc:sldMk cId="3273628897" sldId="258"/>
            <ac:spMk id="2" creationId="{C3EEAE37-E080-D1ED-8340-B98516CBBF73}"/>
          </ac:spMkLst>
        </pc:spChg>
        <pc:spChg chg="mod">
          <ac:chgData name="Conor McFadden" userId="f47e83d6-c304-46e3-a761-6bc8e21591e8" providerId="ADAL" clId="{8F9E9C37-3994-40C3-9173-FCED2443E66F}" dt="2025-03-06T13:29:10.176" v="75" actId="20577"/>
          <ac:spMkLst>
            <pc:docMk/>
            <pc:sldMk cId="3273628897" sldId="258"/>
            <ac:spMk id="3" creationId="{3995E0A3-A11C-DF42-C30A-768ECF588032}"/>
          </ac:spMkLst>
        </pc:spChg>
        <pc:spChg chg="add mod">
          <ac:chgData name="Conor McFadden" userId="f47e83d6-c304-46e3-a761-6bc8e21591e8" providerId="ADAL" clId="{8F9E9C37-3994-40C3-9173-FCED2443E66F}" dt="2025-03-06T13:21:54.009" v="26"/>
          <ac:spMkLst>
            <pc:docMk/>
            <pc:sldMk cId="3273628897" sldId="258"/>
            <ac:spMk id="4" creationId="{C19C7584-BF80-B0E5-79E3-140A14CB247B}"/>
          </ac:spMkLst>
        </pc:spChg>
      </pc:sldChg>
      <pc:sldChg chg="addSp delSp modSp add del mod">
        <pc:chgData name="Conor McFadden" userId="f47e83d6-c304-46e3-a761-6bc8e21591e8" providerId="ADAL" clId="{8F9E9C37-3994-40C3-9173-FCED2443E66F}" dt="2025-03-06T15:23:33.588" v="1535" actId="47"/>
        <pc:sldMkLst>
          <pc:docMk/>
          <pc:sldMk cId="2224490758" sldId="259"/>
        </pc:sldMkLst>
        <pc:spChg chg="mod">
          <ac:chgData name="Conor McFadden" userId="f47e83d6-c304-46e3-a761-6bc8e21591e8" providerId="ADAL" clId="{8F9E9C37-3994-40C3-9173-FCED2443E66F}" dt="2025-03-06T13:29:54.136" v="78" actId="113"/>
          <ac:spMkLst>
            <pc:docMk/>
            <pc:sldMk cId="2224490758" sldId="259"/>
            <ac:spMk id="2" creationId="{D10976BC-A922-2F87-3083-BC8344D5B6E8}"/>
          </ac:spMkLst>
        </pc:spChg>
        <pc:spChg chg="del">
          <ac:chgData name="Conor McFadden" userId="f47e83d6-c304-46e3-a761-6bc8e21591e8" providerId="ADAL" clId="{8F9E9C37-3994-40C3-9173-FCED2443E66F}" dt="2025-03-06T13:30:03.069" v="79" actId="478"/>
          <ac:spMkLst>
            <pc:docMk/>
            <pc:sldMk cId="2224490758" sldId="259"/>
            <ac:spMk id="3" creationId="{AD0822D7-85B0-1B55-9BA2-315B5563E511}"/>
          </ac:spMkLst>
        </pc:spChg>
        <pc:spChg chg="add del mod">
          <ac:chgData name="Conor McFadden" userId="f47e83d6-c304-46e3-a761-6bc8e21591e8" providerId="ADAL" clId="{8F9E9C37-3994-40C3-9173-FCED2443E66F}" dt="2025-03-06T13:30:06.189" v="81" actId="478"/>
          <ac:spMkLst>
            <pc:docMk/>
            <pc:sldMk cId="2224490758" sldId="259"/>
            <ac:spMk id="5" creationId="{3C532E49-5CE8-9FEC-A534-2AD99FFD5372}"/>
          </ac:spMkLst>
        </pc:spChg>
        <pc:spChg chg="add mod">
          <ac:chgData name="Conor McFadden" userId="f47e83d6-c304-46e3-a761-6bc8e21591e8" providerId="ADAL" clId="{8F9E9C37-3994-40C3-9173-FCED2443E66F}" dt="2025-03-06T13:31:29.432" v="114" actId="20577"/>
          <ac:spMkLst>
            <pc:docMk/>
            <pc:sldMk cId="2224490758" sldId="259"/>
            <ac:spMk id="6" creationId="{0ACF28DA-A37B-B369-D9D5-F7319DF2A5E6}"/>
          </ac:spMkLst>
        </pc:spChg>
      </pc:sldChg>
      <pc:sldChg chg="modSp add mod">
        <pc:chgData name="Conor McFadden" userId="f47e83d6-c304-46e3-a761-6bc8e21591e8" providerId="ADAL" clId="{8F9E9C37-3994-40C3-9173-FCED2443E66F}" dt="2025-03-06T15:25:28.944" v="1627" actId="20577"/>
        <pc:sldMkLst>
          <pc:docMk/>
          <pc:sldMk cId="2150278008" sldId="260"/>
        </pc:sldMkLst>
        <pc:spChg chg="mod">
          <ac:chgData name="Conor McFadden" userId="f47e83d6-c304-46e3-a761-6bc8e21591e8" providerId="ADAL" clId="{8F9E9C37-3994-40C3-9173-FCED2443E66F}" dt="2025-03-06T15:25:28.944" v="1627" actId="20577"/>
          <ac:spMkLst>
            <pc:docMk/>
            <pc:sldMk cId="2150278008" sldId="260"/>
            <ac:spMk id="6" creationId="{3BFDAD65-5237-8890-F5F4-97D9D98AD027}"/>
          </ac:spMkLst>
        </pc:spChg>
      </pc:sldChg>
      <pc:sldChg chg="addSp delSp modSp add mod">
        <pc:chgData name="Conor McFadden" userId="f47e83d6-c304-46e3-a761-6bc8e21591e8" providerId="ADAL" clId="{8F9E9C37-3994-40C3-9173-FCED2443E66F}" dt="2025-03-06T13:42:09.583" v="324" actId="22"/>
        <pc:sldMkLst>
          <pc:docMk/>
          <pc:sldMk cId="2177319059" sldId="261"/>
        </pc:sldMkLst>
        <pc:spChg chg="mod">
          <ac:chgData name="Conor McFadden" userId="f47e83d6-c304-46e3-a761-6bc8e21591e8" providerId="ADAL" clId="{8F9E9C37-3994-40C3-9173-FCED2443E66F}" dt="2025-03-06T13:40:27.292" v="287" actId="20577"/>
          <ac:spMkLst>
            <pc:docMk/>
            <pc:sldMk cId="2177319059" sldId="261"/>
            <ac:spMk id="2" creationId="{F8041A99-9882-D2BE-4FB1-15A8D3C99CD3}"/>
          </ac:spMkLst>
        </pc:spChg>
        <pc:spChg chg="del">
          <ac:chgData name="Conor McFadden" userId="f47e83d6-c304-46e3-a761-6bc8e21591e8" providerId="ADAL" clId="{8F9E9C37-3994-40C3-9173-FCED2443E66F}" dt="2025-03-06T13:33:43.254" v="133" actId="478"/>
          <ac:spMkLst>
            <pc:docMk/>
            <pc:sldMk cId="2177319059" sldId="261"/>
            <ac:spMk id="6" creationId="{6A51CA28-ACAA-FB48-3613-C8571B3F05CA}"/>
          </ac:spMkLst>
        </pc:spChg>
        <pc:spChg chg="add mod">
          <ac:chgData name="Conor McFadden" userId="f47e83d6-c304-46e3-a761-6bc8e21591e8" providerId="ADAL" clId="{8F9E9C37-3994-40C3-9173-FCED2443E66F}" dt="2025-03-06T13:35:18.967" v="206" actId="255"/>
          <ac:spMkLst>
            <pc:docMk/>
            <pc:sldMk cId="2177319059" sldId="261"/>
            <ac:spMk id="7" creationId="{31CE7AE8-B962-3896-5149-AE9A821FF019}"/>
          </ac:spMkLst>
        </pc:spChg>
        <pc:spChg chg="add mod">
          <ac:chgData name="Conor McFadden" userId="f47e83d6-c304-46e3-a761-6bc8e21591e8" providerId="ADAL" clId="{8F9E9C37-3994-40C3-9173-FCED2443E66F}" dt="2025-03-06T13:36:20.367" v="270" actId="20577"/>
          <ac:spMkLst>
            <pc:docMk/>
            <pc:sldMk cId="2177319059" sldId="261"/>
            <ac:spMk id="8" creationId="{C206052F-D2C8-3F0F-C0C7-A30701BDD8ED}"/>
          </ac:spMkLst>
        </pc:spChg>
        <pc:spChg chg="add mod">
          <ac:chgData name="Conor McFadden" userId="f47e83d6-c304-46e3-a761-6bc8e21591e8" providerId="ADAL" clId="{8F9E9C37-3994-40C3-9173-FCED2443E66F}" dt="2025-03-06T13:41:19.321" v="322" actId="1076"/>
          <ac:spMkLst>
            <pc:docMk/>
            <pc:sldMk cId="2177319059" sldId="261"/>
            <ac:spMk id="9" creationId="{BEA27574-8B14-E5C7-342C-04950A010480}"/>
          </ac:spMkLst>
        </pc:spChg>
        <pc:spChg chg="add del">
          <ac:chgData name="Conor McFadden" userId="f47e83d6-c304-46e3-a761-6bc8e21591e8" providerId="ADAL" clId="{8F9E9C37-3994-40C3-9173-FCED2443E66F}" dt="2025-03-06T13:42:09.583" v="324" actId="22"/>
          <ac:spMkLst>
            <pc:docMk/>
            <pc:sldMk cId="2177319059" sldId="261"/>
            <ac:spMk id="11" creationId="{44927505-A257-D678-0BE1-4D7FFE5F8F8C}"/>
          </ac:spMkLst>
        </pc:spChg>
        <pc:picChg chg="add mod">
          <ac:chgData name="Conor McFadden" userId="f47e83d6-c304-46e3-a761-6bc8e21591e8" providerId="ADAL" clId="{8F9E9C37-3994-40C3-9173-FCED2443E66F}" dt="2025-03-06T13:34:08.315" v="149" actId="1076"/>
          <ac:picMkLst>
            <pc:docMk/>
            <pc:sldMk cId="2177319059" sldId="261"/>
            <ac:picMk id="3" creationId="{1F938AEA-9F1E-B939-1E9C-C67EB418146D}"/>
          </ac:picMkLst>
        </pc:picChg>
        <pc:picChg chg="add mod">
          <ac:chgData name="Conor McFadden" userId="f47e83d6-c304-46e3-a761-6bc8e21591e8" providerId="ADAL" clId="{8F9E9C37-3994-40C3-9173-FCED2443E66F}" dt="2025-03-06T13:34:08.315" v="149" actId="1076"/>
          <ac:picMkLst>
            <pc:docMk/>
            <pc:sldMk cId="2177319059" sldId="261"/>
            <ac:picMk id="4" creationId="{9E399673-94D9-8E52-A6BB-BFCC7D4BBCFB}"/>
          </ac:picMkLst>
        </pc:picChg>
        <pc:picChg chg="add mod">
          <ac:chgData name="Conor McFadden" userId="f47e83d6-c304-46e3-a761-6bc8e21591e8" providerId="ADAL" clId="{8F9E9C37-3994-40C3-9173-FCED2443E66F}" dt="2025-03-06T13:34:08.315" v="149" actId="1076"/>
          <ac:picMkLst>
            <pc:docMk/>
            <pc:sldMk cId="2177319059" sldId="261"/>
            <ac:picMk id="5" creationId="{2C37F9AC-5455-8656-D6D4-38638B721F2A}"/>
          </ac:picMkLst>
        </pc:picChg>
      </pc:sldChg>
      <pc:sldChg chg="addSp delSp modSp add del mod">
        <pc:chgData name="Conor McFadden" userId="f47e83d6-c304-46e3-a761-6bc8e21591e8" providerId="ADAL" clId="{8F9E9C37-3994-40C3-9173-FCED2443E66F}" dt="2025-03-06T13:40:30.424" v="288" actId="47"/>
        <pc:sldMkLst>
          <pc:docMk/>
          <pc:sldMk cId="235867072" sldId="262"/>
        </pc:sldMkLst>
        <pc:spChg chg="del">
          <ac:chgData name="Conor McFadden" userId="f47e83d6-c304-46e3-a761-6bc8e21591e8" providerId="ADAL" clId="{8F9E9C37-3994-40C3-9173-FCED2443E66F}" dt="2025-03-06T13:38:32.146" v="272" actId="478"/>
          <ac:spMkLst>
            <pc:docMk/>
            <pc:sldMk cId="235867072" sldId="262"/>
            <ac:spMk id="2" creationId="{6CEB8095-F9DE-21FE-A692-4DB8EB3815E3}"/>
          </ac:spMkLst>
        </pc:spChg>
        <pc:spChg chg="del">
          <ac:chgData name="Conor McFadden" userId="f47e83d6-c304-46e3-a761-6bc8e21591e8" providerId="ADAL" clId="{8F9E9C37-3994-40C3-9173-FCED2443E66F}" dt="2025-03-06T13:38:32.146" v="272" actId="478"/>
          <ac:spMkLst>
            <pc:docMk/>
            <pc:sldMk cId="235867072" sldId="262"/>
            <ac:spMk id="7" creationId="{3480A61E-16E6-CA51-481C-FB4F521D7CFA}"/>
          </ac:spMkLst>
        </pc:spChg>
        <pc:spChg chg="del">
          <ac:chgData name="Conor McFadden" userId="f47e83d6-c304-46e3-a761-6bc8e21591e8" providerId="ADAL" clId="{8F9E9C37-3994-40C3-9173-FCED2443E66F}" dt="2025-03-06T13:38:32.146" v="272" actId="478"/>
          <ac:spMkLst>
            <pc:docMk/>
            <pc:sldMk cId="235867072" sldId="262"/>
            <ac:spMk id="8" creationId="{17C4C29F-51EF-5C0B-68C5-9531C548FA42}"/>
          </ac:spMkLst>
        </pc:spChg>
        <pc:spChg chg="add mod">
          <ac:chgData name="Conor McFadden" userId="f47e83d6-c304-46e3-a761-6bc8e21591e8" providerId="ADAL" clId="{8F9E9C37-3994-40C3-9173-FCED2443E66F}" dt="2025-03-06T13:38:32.146" v="272" actId="478"/>
          <ac:spMkLst>
            <pc:docMk/>
            <pc:sldMk cId="235867072" sldId="262"/>
            <ac:spMk id="9" creationId="{EF9F9AAB-FAF8-F41A-494F-940B705A2F02}"/>
          </ac:spMkLst>
        </pc:spChg>
        <pc:spChg chg="add">
          <ac:chgData name="Conor McFadden" userId="f47e83d6-c304-46e3-a761-6bc8e21591e8" providerId="ADAL" clId="{8F9E9C37-3994-40C3-9173-FCED2443E66F}" dt="2025-03-06T13:38:39.232" v="273"/>
          <ac:spMkLst>
            <pc:docMk/>
            <pc:sldMk cId="235867072" sldId="262"/>
            <ac:spMk id="10" creationId="{EBB0984F-25DD-2810-7BF6-CDC3C5F09C86}"/>
          </ac:spMkLst>
        </pc:spChg>
        <pc:spChg chg="add del">
          <ac:chgData name="Conor McFadden" userId="f47e83d6-c304-46e3-a761-6bc8e21591e8" providerId="ADAL" clId="{8F9E9C37-3994-40C3-9173-FCED2443E66F}" dt="2025-03-06T13:38:56.742" v="275" actId="478"/>
          <ac:spMkLst>
            <pc:docMk/>
            <pc:sldMk cId="235867072" sldId="262"/>
            <ac:spMk id="12" creationId="{98E67120-F40B-0C6F-F6B7-C369D4848186}"/>
          </ac:spMkLst>
        </pc:spChg>
        <pc:picChg chg="del">
          <ac:chgData name="Conor McFadden" userId="f47e83d6-c304-46e3-a761-6bc8e21591e8" providerId="ADAL" clId="{8F9E9C37-3994-40C3-9173-FCED2443E66F}" dt="2025-03-06T13:38:32.146" v="272" actId="478"/>
          <ac:picMkLst>
            <pc:docMk/>
            <pc:sldMk cId="235867072" sldId="262"/>
            <ac:picMk id="3" creationId="{A5A846DB-126C-80D1-D5CA-CF4BB9C1BCD8}"/>
          </ac:picMkLst>
        </pc:picChg>
        <pc:picChg chg="del">
          <ac:chgData name="Conor McFadden" userId="f47e83d6-c304-46e3-a761-6bc8e21591e8" providerId="ADAL" clId="{8F9E9C37-3994-40C3-9173-FCED2443E66F}" dt="2025-03-06T13:38:32.146" v="272" actId="478"/>
          <ac:picMkLst>
            <pc:docMk/>
            <pc:sldMk cId="235867072" sldId="262"/>
            <ac:picMk id="4" creationId="{CD9EB5C9-9984-4D30-22BD-F4298E70CA71}"/>
          </ac:picMkLst>
        </pc:picChg>
        <pc:picChg chg="del">
          <ac:chgData name="Conor McFadden" userId="f47e83d6-c304-46e3-a761-6bc8e21591e8" providerId="ADAL" clId="{8F9E9C37-3994-40C3-9173-FCED2443E66F}" dt="2025-03-06T13:38:32.146" v="272" actId="478"/>
          <ac:picMkLst>
            <pc:docMk/>
            <pc:sldMk cId="235867072" sldId="262"/>
            <ac:picMk id="5" creationId="{6DB83B33-DF58-3AE9-855C-5469A9112103}"/>
          </ac:picMkLst>
        </pc:picChg>
      </pc:sldChg>
      <pc:sldChg chg="addSp delSp modSp add mod">
        <pc:chgData name="Conor McFadden" userId="f47e83d6-c304-46e3-a761-6bc8e21591e8" providerId="ADAL" clId="{8F9E9C37-3994-40C3-9173-FCED2443E66F}" dt="2025-03-06T13:54:47.346" v="385" actId="1076"/>
        <pc:sldMkLst>
          <pc:docMk/>
          <pc:sldMk cId="1821954468" sldId="262"/>
        </pc:sldMkLst>
        <pc:spChg chg="mod">
          <ac:chgData name="Conor McFadden" userId="f47e83d6-c304-46e3-a761-6bc8e21591e8" providerId="ADAL" clId="{8F9E9C37-3994-40C3-9173-FCED2443E66F}" dt="2025-03-06T13:52:57.362" v="351" actId="20577"/>
          <ac:spMkLst>
            <pc:docMk/>
            <pc:sldMk cId="1821954468" sldId="262"/>
            <ac:spMk id="2" creationId="{C6C5B9A6-E288-1F07-3A86-B6A2AADD8D7B}"/>
          </ac:spMkLst>
        </pc:spChg>
        <pc:spChg chg="del">
          <ac:chgData name="Conor McFadden" userId="f47e83d6-c304-46e3-a761-6bc8e21591e8" providerId="ADAL" clId="{8F9E9C37-3994-40C3-9173-FCED2443E66F}" dt="2025-03-06T13:52:49.296" v="326" actId="478"/>
          <ac:spMkLst>
            <pc:docMk/>
            <pc:sldMk cId="1821954468" sldId="262"/>
            <ac:spMk id="7" creationId="{6296ECC3-78CA-C047-4FA1-CEE642AB6CA1}"/>
          </ac:spMkLst>
        </pc:spChg>
        <pc:spChg chg="del">
          <ac:chgData name="Conor McFadden" userId="f47e83d6-c304-46e3-a761-6bc8e21591e8" providerId="ADAL" clId="{8F9E9C37-3994-40C3-9173-FCED2443E66F}" dt="2025-03-06T13:52:49.296" v="326" actId="478"/>
          <ac:spMkLst>
            <pc:docMk/>
            <pc:sldMk cId="1821954468" sldId="262"/>
            <ac:spMk id="8" creationId="{172873B6-FA68-D60C-917F-6B22249E3E82}"/>
          </ac:spMkLst>
        </pc:spChg>
        <pc:spChg chg="del">
          <ac:chgData name="Conor McFadden" userId="f47e83d6-c304-46e3-a761-6bc8e21591e8" providerId="ADAL" clId="{8F9E9C37-3994-40C3-9173-FCED2443E66F}" dt="2025-03-06T13:52:49.296" v="326" actId="478"/>
          <ac:spMkLst>
            <pc:docMk/>
            <pc:sldMk cId="1821954468" sldId="262"/>
            <ac:spMk id="9" creationId="{4EFF7DA7-3B1C-10DC-2B05-8A787052525E}"/>
          </ac:spMkLst>
        </pc:spChg>
        <pc:spChg chg="add mod">
          <ac:chgData name="Conor McFadden" userId="f47e83d6-c304-46e3-a761-6bc8e21591e8" providerId="ADAL" clId="{8F9E9C37-3994-40C3-9173-FCED2443E66F}" dt="2025-03-06T13:54:47.346" v="385" actId="1076"/>
          <ac:spMkLst>
            <pc:docMk/>
            <pc:sldMk cId="1821954468" sldId="262"/>
            <ac:spMk id="10" creationId="{D1FEF6EA-233B-5AE5-7C53-85A9A7736F5D}"/>
          </ac:spMkLst>
        </pc:spChg>
        <pc:picChg chg="del">
          <ac:chgData name="Conor McFadden" userId="f47e83d6-c304-46e3-a761-6bc8e21591e8" providerId="ADAL" clId="{8F9E9C37-3994-40C3-9173-FCED2443E66F}" dt="2025-03-06T13:52:49.296" v="326" actId="478"/>
          <ac:picMkLst>
            <pc:docMk/>
            <pc:sldMk cId="1821954468" sldId="262"/>
            <ac:picMk id="3" creationId="{C90D93DB-C04D-4B96-D487-C8E128659D65}"/>
          </ac:picMkLst>
        </pc:picChg>
        <pc:picChg chg="del">
          <ac:chgData name="Conor McFadden" userId="f47e83d6-c304-46e3-a761-6bc8e21591e8" providerId="ADAL" clId="{8F9E9C37-3994-40C3-9173-FCED2443E66F}" dt="2025-03-06T13:52:49.296" v="326" actId="478"/>
          <ac:picMkLst>
            <pc:docMk/>
            <pc:sldMk cId="1821954468" sldId="262"/>
            <ac:picMk id="4" creationId="{F59066C1-7057-7022-521F-3FF9C50ADA63}"/>
          </ac:picMkLst>
        </pc:picChg>
        <pc:picChg chg="del">
          <ac:chgData name="Conor McFadden" userId="f47e83d6-c304-46e3-a761-6bc8e21591e8" providerId="ADAL" clId="{8F9E9C37-3994-40C3-9173-FCED2443E66F}" dt="2025-03-06T13:52:49.296" v="326" actId="478"/>
          <ac:picMkLst>
            <pc:docMk/>
            <pc:sldMk cId="1821954468" sldId="262"/>
            <ac:picMk id="5" creationId="{9C1180B2-B51E-7FDE-248F-49A16E32A43F}"/>
          </ac:picMkLst>
        </pc:picChg>
      </pc:sldChg>
      <pc:sldChg chg="addSp delSp modSp add mod">
        <pc:chgData name="Conor McFadden" userId="f47e83d6-c304-46e3-a761-6bc8e21591e8" providerId="ADAL" clId="{8F9E9C37-3994-40C3-9173-FCED2443E66F}" dt="2025-03-06T14:12:43.858" v="509"/>
        <pc:sldMkLst>
          <pc:docMk/>
          <pc:sldMk cId="245532429" sldId="263"/>
        </pc:sldMkLst>
        <pc:spChg chg="mod">
          <ac:chgData name="Conor McFadden" userId="f47e83d6-c304-46e3-a761-6bc8e21591e8" providerId="ADAL" clId="{8F9E9C37-3994-40C3-9173-FCED2443E66F}" dt="2025-03-06T14:09:27.275" v="425" actId="20577"/>
          <ac:spMkLst>
            <pc:docMk/>
            <pc:sldMk cId="245532429" sldId="263"/>
            <ac:spMk id="2" creationId="{5662602E-2200-B12B-901B-2ADB392EF211}"/>
          </ac:spMkLst>
        </pc:spChg>
        <pc:spChg chg="add del mod">
          <ac:chgData name="Conor McFadden" userId="f47e83d6-c304-46e3-a761-6bc8e21591e8" providerId="ADAL" clId="{8F9E9C37-3994-40C3-9173-FCED2443E66F}" dt="2025-03-06T14:10:36.436" v="487" actId="478"/>
          <ac:spMkLst>
            <pc:docMk/>
            <pc:sldMk cId="245532429" sldId="263"/>
            <ac:spMk id="3" creationId="{03EE7590-778F-9CFF-A898-D5FD734C05EB}"/>
          </ac:spMkLst>
        </pc:spChg>
        <pc:spChg chg="add del mod">
          <ac:chgData name="Conor McFadden" userId="f47e83d6-c304-46e3-a761-6bc8e21591e8" providerId="ADAL" clId="{8F9E9C37-3994-40C3-9173-FCED2443E66F}" dt="2025-03-06T14:10:35.106" v="486" actId="478"/>
          <ac:spMkLst>
            <pc:docMk/>
            <pc:sldMk cId="245532429" sldId="263"/>
            <ac:spMk id="4" creationId="{1325A2EB-7DB7-714E-40A1-D9261C388A0D}"/>
          </ac:spMkLst>
        </pc:spChg>
        <pc:spChg chg="add mod">
          <ac:chgData name="Conor McFadden" userId="f47e83d6-c304-46e3-a761-6bc8e21591e8" providerId="ADAL" clId="{8F9E9C37-3994-40C3-9173-FCED2443E66F}" dt="2025-03-06T14:11:08.182" v="507" actId="1076"/>
          <ac:spMkLst>
            <pc:docMk/>
            <pc:sldMk cId="245532429" sldId="263"/>
            <ac:spMk id="5" creationId="{1813CD9F-DC15-8A2E-B2F4-035ABA204A3B}"/>
          </ac:spMkLst>
        </pc:spChg>
        <pc:spChg chg="add mod">
          <ac:chgData name="Conor McFadden" userId="f47e83d6-c304-46e3-a761-6bc8e21591e8" providerId="ADAL" clId="{8F9E9C37-3994-40C3-9173-FCED2443E66F}" dt="2025-03-06T14:12:43.858" v="509"/>
          <ac:spMkLst>
            <pc:docMk/>
            <pc:sldMk cId="245532429" sldId="263"/>
            <ac:spMk id="6" creationId="{BD546C2A-01CF-DDD9-E88F-8B3CD2D1FF0B}"/>
          </ac:spMkLst>
        </pc:spChg>
        <pc:spChg chg="del">
          <ac:chgData name="Conor McFadden" userId="f47e83d6-c304-46e3-a761-6bc8e21591e8" providerId="ADAL" clId="{8F9E9C37-3994-40C3-9173-FCED2443E66F}" dt="2025-03-06T14:09:30.159" v="426" actId="478"/>
          <ac:spMkLst>
            <pc:docMk/>
            <pc:sldMk cId="245532429" sldId="263"/>
            <ac:spMk id="10" creationId="{432AE2AF-B293-B17F-F0E1-11DE89C23552}"/>
          </ac:spMkLst>
        </pc:spChg>
      </pc:sldChg>
      <pc:sldChg chg="addSp delSp modSp add mod">
        <pc:chgData name="Conor McFadden" userId="f47e83d6-c304-46e3-a761-6bc8e21591e8" providerId="ADAL" clId="{8F9E9C37-3994-40C3-9173-FCED2443E66F}" dt="2025-03-06T14:18:13.645" v="702" actId="20577"/>
        <pc:sldMkLst>
          <pc:docMk/>
          <pc:sldMk cId="850289380" sldId="264"/>
        </pc:sldMkLst>
        <pc:spChg chg="del">
          <ac:chgData name="Conor McFadden" userId="f47e83d6-c304-46e3-a761-6bc8e21591e8" providerId="ADAL" clId="{8F9E9C37-3994-40C3-9173-FCED2443E66F}" dt="2025-03-06T14:13:39.737" v="513" actId="478"/>
          <ac:spMkLst>
            <pc:docMk/>
            <pc:sldMk cId="850289380" sldId="264"/>
            <ac:spMk id="2" creationId="{347D4DF2-99C8-CBA6-3A46-E6FD080BE9A9}"/>
          </ac:spMkLst>
        </pc:spChg>
        <pc:spChg chg="add del mod">
          <ac:chgData name="Conor McFadden" userId="f47e83d6-c304-46e3-a761-6bc8e21591e8" providerId="ADAL" clId="{8F9E9C37-3994-40C3-9173-FCED2443E66F}" dt="2025-03-06T14:12:52.882" v="512" actId="478"/>
          <ac:spMkLst>
            <pc:docMk/>
            <pc:sldMk cId="850289380" sldId="264"/>
            <ac:spMk id="4" creationId="{D31740F9-DA80-5C9F-69F4-C61198F018EE}"/>
          </ac:spMkLst>
        </pc:spChg>
        <pc:spChg chg="del">
          <ac:chgData name="Conor McFadden" userId="f47e83d6-c304-46e3-a761-6bc8e21591e8" providerId="ADAL" clId="{8F9E9C37-3994-40C3-9173-FCED2443E66F}" dt="2025-03-06T14:12:50.770" v="511" actId="478"/>
          <ac:spMkLst>
            <pc:docMk/>
            <pc:sldMk cId="850289380" sldId="264"/>
            <ac:spMk id="5" creationId="{818DF4AF-79C3-C1E7-2822-3C72392D12CF}"/>
          </ac:spMkLst>
        </pc:spChg>
        <pc:spChg chg="add del mod">
          <ac:chgData name="Conor McFadden" userId="f47e83d6-c304-46e3-a761-6bc8e21591e8" providerId="ADAL" clId="{8F9E9C37-3994-40C3-9173-FCED2443E66F}" dt="2025-03-06T14:13:42.335" v="514" actId="478"/>
          <ac:spMkLst>
            <pc:docMk/>
            <pc:sldMk cId="850289380" sldId="264"/>
            <ac:spMk id="7" creationId="{25B54763-4EE2-1365-3F90-BB8C19FB185E}"/>
          </ac:spMkLst>
        </pc:spChg>
        <pc:spChg chg="add mod">
          <ac:chgData name="Conor McFadden" userId="f47e83d6-c304-46e3-a761-6bc8e21591e8" providerId="ADAL" clId="{8F9E9C37-3994-40C3-9173-FCED2443E66F}" dt="2025-03-06T14:18:13.645" v="702" actId="20577"/>
          <ac:spMkLst>
            <pc:docMk/>
            <pc:sldMk cId="850289380" sldId="264"/>
            <ac:spMk id="8" creationId="{1056038A-D902-0D7A-4DDA-8B6460C11DC9}"/>
          </ac:spMkLst>
        </pc:spChg>
        <pc:spChg chg="add mod">
          <ac:chgData name="Conor McFadden" userId="f47e83d6-c304-46e3-a761-6bc8e21591e8" providerId="ADAL" clId="{8F9E9C37-3994-40C3-9173-FCED2443E66F}" dt="2025-03-06T14:17:46.170" v="697" actId="1076"/>
          <ac:spMkLst>
            <pc:docMk/>
            <pc:sldMk cId="850289380" sldId="264"/>
            <ac:spMk id="11" creationId="{9697109E-7D7A-14E5-55ED-A750E832DC4E}"/>
          </ac:spMkLst>
        </pc:spChg>
        <pc:picChg chg="add mod">
          <ac:chgData name="Conor McFadden" userId="f47e83d6-c304-46e3-a761-6bc8e21591e8" providerId="ADAL" clId="{8F9E9C37-3994-40C3-9173-FCED2443E66F}" dt="2025-03-06T14:15:24.357" v="579" actId="1076"/>
          <ac:picMkLst>
            <pc:docMk/>
            <pc:sldMk cId="850289380" sldId="264"/>
            <ac:picMk id="9" creationId="{AA741837-662F-E2BC-15E7-883D971A9291}"/>
          </ac:picMkLst>
        </pc:picChg>
        <pc:picChg chg="add mod">
          <ac:chgData name="Conor McFadden" userId="f47e83d6-c304-46e3-a761-6bc8e21591e8" providerId="ADAL" clId="{8F9E9C37-3994-40C3-9173-FCED2443E66F}" dt="2025-03-06T14:15:27.335" v="580" actId="1076"/>
          <ac:picMkLst>
            <pc:docMk/>
            <pc:sldMk cId="850289380" sldId="264"/>
            <ac:picMk id="10" creationId="{09D47F1B-CE05-2D19-D29C-D688D59EF6BA}"/>
          </ac:picMkLst>
        </pc:picChg>
      </pc:sldChg>
      <pc:sldChg chg="addSp delSp modSp add mod">
        <pc:chgData name="Conor McFadden" userId="f47e83d6-c304-46e3-a761-6bc8e21591e8" providerId="ADAL" clId="{8F9E9C37-3994-40C3-9173-FCED2443E66F}" dt="2025-03-06T14:18:07.816" v="701" actId="20577"/>
        <pc:sldMkLst>
          <pc:docMk/>
          <pc:sldMk cId="1901721308" sldId="265"/>
        </pc:sldMkLst>
        <pc:spChg chg="add del mod">
          <ac:chgData name="Conor McFadden" userId="f47e83d6-c304-46e3-a761-6bc8e21591e8" providerId="ADAL" clId="{8F9E9C37-3994-40C3-9173-FCED2443E66F}" dt="2025-03-06T14:16:46.156" v="639" actId="478"/>
          <ac:spMkLst>
            <pc:docMk/>
            <pc:sldMk cId="1901721308" sldId="265"/>
            <ac:spMk id="5" creationId="{E64270F5-A3E3-C7BF-DAED-9AC56A1A1E35}"/>
          </ac:spMkLst>
        </pc:spChg>
        <pc:spChg chg="mod">
          <ac:chgData name="Conor McFadden" userId="f47e83d6-c304-46e3-a761-6bc8e21591e8" providerId="ADAL" clId="{8F9E9C37-3994-40C3-9173-FCED2443E66F}" dt="2025-03-06T14:18:07.816" v="701" actId="20577"/>
          <ac:spMkLst>
            <pc:docMk/>
            <pc:sldMk cId="1901721308" sldId="265"/>
            <ac:spMk id="8" creationId="{AF06BD5B-4791-0831-8E5A-EAFFA437E52A}"/>
          </ac:spMkLst>
        </pc:spChg>
        <pc:spChg chg="mod">
          <ac:chgData name="Conor McFadden" userId="f47e83d6-c304-46e3-a761-6bc8e21591e8" providerId="ADAL" clId="{8F9E9C37-3994-40C3-9173-FCED2443E66F}" dt="2025-03-06T14:17:10.840" v="657" actId="20577"/>
          <ac:spMkLst>
            <pc:docMk/>
            <pc:sldMk cId="1901721308" sldId="265"/>
            <ac:spMk id="11" creationId="{A77A0EDC-E01E-9ACE-0D96-ED5292E08F08}"/>
          </ac:spMkLst>
        </pc:spChg>
        <pc:picChg chg="add mod ord">
          <ac:chgData name="Conor McFadden" userId="f47e83d6-c304-46e3-a761-6bc8e21591e8" providerId="ADAL" clId="{8F9E9C37-3994-40C3-9173-FCED2443E66F}" dt="2025-03-06T14:16:24.678" v="633" actId="167"/>
          <ac:picMkLst>
            <pc:docMk/>
            <pc:sldMk cId="1901721308" sldId="265"/>
            <ac:picMk id="2" creationId="{5CFB2C5F-C7EF-5394-2698-72C58C77404E}"/>
          </ac:picMkLst>
        </pc:picChg>
        <pc:picChg chg="add mod ord">
          <ac:chgData name="Conor McFadden" userId="f47e83d6-c304-46e3-a761-6bc8e21591e8" providerId="ADAL" clId="{8F9E9C37-3994-40C3-9173-FCED2443E66F}" dt="2025-03-06T14:16:39.973" v="637" actId="167"/>
          <ac:picMkLst>
            <pc:docMk/>
            <pc:sldMk cId="1901721308" sldId="265"/>
            <ac:picMk id="3" creationId="{DC03A534-DFE0-0668-8127-0FBCE024B443}"/>
          </ac:picMkLst>
        </pc:picChg>
        <pc:picChg chg="del">
          <ac:chgData name="Conor McFadden" userId="f47e83d6-c304-46e3-a761-6bc8e21591e8" providerId="ADAL" clId="{8F9E9C37-3994-40C3-9173-FCED2443E66F}" dt="2025-03-06T14:16:26.947" v="634" actId="478"/>
          <ac:picMkLst>
            <pc:docMk/>
            <pc:sldMk cId="1901721308" sldId="265"/>
            <ac:picMk id="9" creationId="{A2F41CC9-6CF7-8150-9F7C-0A510A71F8F1}"/>
          </ac:picMkLst>
        </pc:picChg>
        <pc:picChg chg="del">
          <ac:chgData name="Conor McFadden" userId="f47e83d6-c304-46e3-a761-6bc8e21591e8" providerId="ADAL" clId="{8F9E9C37-3994-40C3-9173-FCED2443E66F}" dt="2025-03-06T14:16:41.615" v="638" actId="478"/>
          <ac:picMkLst>
            <pc:docMk/>
            <pc:sldMk cId="1901721308" sldId="265"/>
            <ac:picMk id="10" creationId="{1579C5D9-3E68-61D4-6A76-D3BE60AAF087}"/>
          </ac:picMkLst>
        </pc:picChg>
      </pc:sldChg>
      <pc:sldChg chg="addSp delSp modSp add mod">
        <pc:chgData name="Conor McFadden" userId="f47e83d6-c304-46e3-a761-6bc8e21591e8" providerId="ADAL" clId="{8F9E9C37-3994-40C3-9173-FCED2443E66F}" dt="2025-03-06T14:19:25.348" v="786" actId="1076"/>
        <pc:sldMkLst>
          <pc:docMk/>
          <pc:sldMk cId="3843472935" sldId="266"/>
        </pc:sldMkLst>
        <pc:spChg chg="mod">
          <ac:chgData name="Conor McFadden" userId="f47e83d6-c304-46e3-a761-6bc8e21591e8" providerId="ADAL" clId="{8F9E9C37-3994-40C3-9173-FCED2443E66F}" dt="2025-03-06T14:19:11.039" v="781" actId="20577"/>
          <ac:spMkLst>
            <pc:docMk/>
            <pc:sldMk cId="3843472935" sldId="266"/>
            <ac:spMk id="8" creationId="{758AF099-2A2C-12C6-6C42-1DBAC53FEE1F}"/>
          </ac:spMkLst>
        </pc:spChg>
        <pc:spChg chg="del">
          <ac:chgData name="Conor McFadden" userId="f47e83d6-c304-46e3-a761-6bc8e21591e8" providerId="ADAL" clId="{8F9E9C37-3994-40C3-9173-FCED2443E66F}" dt="2025-03-06T14:18:42.311" v="704" actId="478"/>
          <ac:spMkLst>
            <pc:docMk/>
            <pc:sldMk cId="3843472935" sldId="266"/>
            <ac:spMk id="11" creationId="{A254DE42-4250-FF92-737F-50B2C0D8BF8C}"/>
          </ac:spMkLst>
        </pc:spChg>
        <pc:picChg chg="del">
          <ac:chgData name="Conor McFadden" userId="f47e83d6-c304-46e3-a761-6bc8e21591e8" providerId="ADAL" clId="{8F9E9C37-3994-40C3-9173-FCED2443E66F}" dt="2025-03-06T14:18:42.311" v="704" actId="478"/>
          <ac:picMkLst>
            <pc:docMk/>
            <pc:sldMk cId="3843472935" sldId="266"/>
            <ac:picMk id="2" creationId="{90218CF4-6811-FFB9-04CD-4991B3982A77}"/>
          </ac:picMkLst>
        </pc:picChg>
        <pc:picChg chg="del">
          <ac:chgData name="Conor McFadden" userId="f47e83d6-c304-46e3-a761-6bc8e21591e8" providerId="ADAL" clId="{8F9E9C37-3994-40C3-9173-FCED2443E66F}" dt="2025-03-06T14:18:42.311" v="704" actId="478"/>
          <ac:picMkLst>
            <pc:docMk/>
            <pc:sldMk cId="3843472935" sldId="266"/>
            <ac:picMk id="3" creationId="{2C5CE238-E752-D468-96D0-2EE6DA87D4DD}"/>
          </ac:picMkLst>
        </pc:picChg>
        <pc:picChg chg="add mod">
          <ac:chgData name="Conor McFadden" userId="f47e83d6-c304-46e3-a761-6bc8e21591e8" providerId="ADAL" clId="{8F9E9C37-3994-40C3-9173-FCED2443E66F}" dt="2025-03-06T14:19:17.858" v="783" actId="1076"/>
          <ac:picMkLst>
            <pc:docMk/>
            <pc:sldMk cId="3843472935" sldId="266"/>
            <ac:picMk id="4" creationId="{D55E9124-B21A-68F7-7844-80725CBDE274}"/>
          </ac:picMkLst>
        </pc:picChg>
        <pc:picChg chg="add mod">
          <ac:chgData name="Conor McFadden" userId="f47e83d6-c304-46e3-a761-6bc8e21591e8" providerId="ADAL" clId="{8F9E9C37-3994-40C3-9173-FCED2443E66F}" dt="2025-03-06T14:19:25.348" v="786" actId="1076"/>
          <ac:picMkLst>
            <pc:docMk/>
            <pc:sldMk cId="3843472935" sldId="266"/>
            <ac:picMk id="5" creationId="{0BBAAF67-C06D-C65D-8FEC-FC25CDBDDC5B}"/>
          </ac:picMkLst>
        </pc:picChg>
      </pc:sldChg>
      <pc:sldChg chg="addSp delSp modSp add mod">
        <pc:chgData name="Conor McFadden" userId="f47e83d6-c304-46e3-a761-6bc8e21591e8" providerId="ADAL" clId="{8F9E9C37-3994-40C3-9173-FCED2443E66F}" dt="2025-03-06T14:29:39.774" v="840" actId="1076"/>
        <pc:sldMkLst>
          <pc:docMk/>
          <pc:sldMk cId="2807151587" sldId="267"/>
        </pc:sldMkLst>
        <pc:spChg chg="add">
          <ac:chgData name="Conor McFadden" userId="f47e83d6-c304-46e3-a761-6bc8e21591e8" providerId="ADAL" clId="{8F9E9C37-3994-40C3-9173-FCED2443E66F}" dt="2025-03-06T14:26:55.991" v="817"/>
          <ac:spMkLst>
            <pc:docMk/>
            <pc:sldMk cId="2807151587" sldId="267"/>
            <ac:spMk id="2" creationId="{4974D652-3140-1912-5950-1C0A9425B238}"/>
          </ac:spMkLst>
        </pc:spChg>
        <pc:spChg chg="add mod">
          <ac:chgData name="Conor McFadden" userId="f47e83d6-c304-46e3-a761-6bc8e21591e8" providerId="ADAL" clId="{8F9E9C37-3994-40C3-9173-FCED2443E66F}" dt="2025-03-06T14:29:39.774" v="840" actId="1076"/>
          <ac:spMkLst>
            <pc:docMk/>
            <pc:sldMk cId="2807151587" sldId="267"/>
            <ac:spMk id="6" creationId="{6B524A1F-FB0E-5567-DC7F-2281E7F8D090}"/>
          </ac:spMkLst>
        </pc:spChg>
        <pc:spChg chg="mod">
          <ac:chgData name="Conor McFadden" userId="f47e83d6-c304-46e3-a761-6bc8e21591e8" providerId="ADAL" clId="{8F9E9C37-3994-40C3-9173-FCED2443E66F}" dt="2025-03-06T14:26:47.646" v="816" actId="20577"/>
          <ac:spMkLst>
            <pc:docMk/>
            <pc:sldMk cId="2807151587" sldId="267"/>
            <ac:spMk id="8" creationId="{CF3C0DBC-7485-2EDD-8924-B2FA72C07E74}"/>
          </ac:spMkLst>
        </pc:spChg>
        <pc:spChg chg="add mod">
          <ac:chgData name="Conor McFadden" userId="f47e83d6-c304-46e3-a761-6bc8e21591e8" providerId="ADAL" clId="{8F9E9C37-3994-40C3-9173-FCED2443E66F}" dt="2025-03-06T14:29:14.401" v="838" actId="1076"/>
          <ac:spMkLst>
            <pc:docMk/>
            <pc:sldMk cId="2807151587" sldId="267"/>
            <ac:spMk id="9" creationId="{2E7378F8-6983-EAC5-003F-60F0C23398C4}"/>
          </ac:spMkLst>
        </pc:spChg>
        <pc:picChg chg="del">
          <ac:chgData name="Conor McFadden" userId="f47e83d6-c304-46e3-a761-6bc8e21591e8" providerId="ADAL" clId="{8F9E9C37-3994-40C3-9173-FCED2443E66F}" dt="2025-03-06T14:21:36.667" v="788" actId="478"/>
          <ac:picMkLst>
            <pc:docMk/>
            <pc:sldMk cId="2807151587" sldId="267"/>
            <ac:picMk id="4" creationId="{CEB6CF9F-D177-58C2-3766-08410CDE1A5D}"/>
          </ac:picMkLst>
        </pc:picChg>
        <pc:picChg chg="del">
          <ac:chgData name="Conor McFadden" userId="f47e83d6-c304-46e3-a761-6bc8e21591e8" providerId="ADAL" clId="{8F9E9C37-3994-40C3-9173-FCED2443E66F}" dt="2025-03-06T14:21:36.667" v="788" actId="478"/>
          <ac:picMkLst>
            <pc:docMk/>
            <pc:sldMk cId="2807151587" sldId="267"/>
            <ac:picMk id="5" creationId="{7DF83E7F-0B7D-F2AC-47C1-127E8DFECBEF}"/>
          </ac:picMkLst>
        </pc:picChg>
      </pc:sldChg>
      <pc:sldChg chg="addSp delSp modSp add mod">
        <pc:chgData name="Conor McFadden" userId="f47e83d6-c304-46e3-a761-6bc8e21591e8" providerId="ADAL" clId="{8F9E9C37-3994-40C3-9173-FCED2443E66F}" dt="2025-03-06T15:20:35.441" v="1527" actId="1035"/>
        <pc:sldMkLst>
          <pc:docMk/>
          <pc:sldMk cId="3751063540" sldId="268"/>
        </pc:sldMkLst>
        <pc:spChg chg="del">
          <ac:chgData name="Conor McFadden" userId="f47e83d6-c304-46e3-a761-6bc8e21591e8" providerId="ADAL" clId="{8F9E9C37-3994-40C3-9173-FCED2443E66F}" dt="2025-03-06T14:29:43.425" v="841" actId="478"/>
          <ac:spMkLst>
            <pc:docMk/>
            <pc:sldMk cId="3751063540" sldId="268"/>
            <ac:spMk id="6" creationId="{E01E3B6E-745E-EC2B-005A-A2E88CC502FD}"/>
          </ac:spMkLst>
        </pc:spChg>
        <pc:spChg chg="del">
          <ac:chgData name="Conor McFadden" userId="f47e83d6-c304-46e3-a761-6bc8e21591e8" providerId="ADAL" clId="{8F9E9C37-3994-40C3-9173-FCED2443E66F}" dt="2025-03-06T14:29:44.689" v="842" actId="478"/>
          <ac:spMkLst>
            <pc:docMk/>
            <pc:sldMk cId="3751063540" sldId="268"/>
            <ac:spMk id="9" creationId="{65584894-14CE-B4EA-D92E-18CB598636D8}"/>
          </ac:spMkLst>
        </pc:spChg>
        <pc:picChg chg="add del mod">
          <ac:chgData name="Conor McFadden" userId="f47e83d6-c304-46e3-a761-6bc8e21591e8" providerId="ADAL" clId="{8F9E9C37-3994-40C3-9173-FCED2443E66F}" dt="2025-03-06T14:30:34.928" v="846" actId="478"/>
          <ac:picMkLst>
            <pc:docMk/>
            <pc:sldMk cId="3751063540" sldId="268"/>
            <ac:picMk id="3" creationId="{FE192953-D85A-4764-B0D4-94EF64009DBD}"/>
          </ac:picMkLst>
        </pc:picChg>
        <pc:picChg chg="add del mod">
          <ac:chgData name="Conor McFadden" userId="f47e83d6-c304-46e3-a761-6bc8e21591e8" providerId="ADAL" clId="{8F9E9C37-3994-40C3-9173-FCED2443E66F}" dt="2025-03-06T14:31:22.110" v="857" actId="478"/>
          <ac:picMkLst>
            <pc:docMk/>
            <pc:sldMk cId="3751063540" sldId="268"/>
            <ac:picMk id="5" creationId="{DA68191B-3CE8-C400-5306-80D02BC49B10}"/>
          </ac:picMkLst>
        </pc:picChg>
        <pc:picChg chg="add del mod">
          <ac:chgData name="Conor McFadden" userId="f47e83d6-c304-46e3-a761-6bc8e21591e8" providerId="ADAL" clId="{8F9E9C37-3994-40C3-9173-FCED2443E66F}" dt="2025-03-06T14:31:21.153" v="856" actId="478"/>
          <ac:picMkLst>
            <pc:docMk/>
            <pc:sldMk cId="3751063540" sldId="268"/>
            <ac:picMk id="10" creationId="{70D58472-9CA4-F2B6-581E-6579AE18B1A7}"/>
          </ac:picMkLst>
        </pc:picChg>
        <pc:picChg chg="add mod">
          <ac:chgData name="Conor McFadden" userId="f47e83d6-c304-46e3-a761-6bc8e21591e8" providerId="ADAL" clId="{8F9E9C37-3994-40C3-9173-FCED2443E66F}" dt="2025-03-06T15:20:35.441" v="1527" actId="1035"/>
          <ac:picMkLst>
            <pc:docMk/>
            <pc:sldMk cId="3751063540" sldId="268"/>
            <ac:picMk id="12" creationId="{2DDB444D-39DB-C293-87D0-3C08EAB0F0EA}"/>
          </ac:picMkLst>
        </pc:picChg>
        <pc:picChg chg="add del mod">
          <ac:chgData name="Conor McFadden" userId="f47e83d6-c304-46e3-a761-6bc8e21591e8" providerId="ADAL" clId="{8F9E9C37-3994-40C3-9173-FCED2443E66F}" dt="2025-03-06T14:33:52.421" v="874" actId="478"/>
          <ac:picMkLst>
            <pc:docMk/>
            <pc:sldMk cId="3751063540" sldId="268"/>
            <ac:picMk id="14" creationId="{9B3D2FC0-A04F-3F18-95CF-E05950362875}"/>
          </ac:picMkLst>
        </pc:picChg>
        <pc:picChg chg="add del mod">
          <ac:chgData name="Conor McFadden" userId="f47e83d6-c304-46e3-a761-6bc8e21591e8" providerId="ADAL" clId="{8F9E9C37-3994-40C3-9173-FCED2443E66F}" dt="2025-03-06T14:33:51.368" v="873" actId="22"/>
          <ac:picMkLst>
            <pc:docMk/>
            <pc:sldMk cId="3751063540" sldId="268"/>
            <ac:picMk id="16" creationId="{757AE517-0F61-A584-7F69-AB3C57C1AEB0}"/>
          </ac:picMkLst>
        </pc:picChg>
      </pc:sldChg>
      <pc:sldChg chg="addSp delSp modSp add mod">
        <pc:chgData name="Conor McFadden" userId="f47e83d6-c304-46e3-a761-6bc8e21591e8" providerId="ADAL" clId="{8F9E9C37-3994-40C3-9173-FCED2443E66F}" dt="2025-03-06T15:21:07.078" v="1534" actId="14100"/>
        <pc:sldMkLst>
          <pc:docMk/>
          <pc:sldMk cId="3852340020" sldId="269"/>
        </pc:sldMkLst>
        <pc:picChg chg="add mod ord">
          <ac:chgData name="Conor McFadden" userId="f47e83d6-c304-46e3-a761-6bc8e21591e8" providerId="ADAL" clId="{8F9E9C37-3994-40C3-9173-FCED2443E66F}" dt="2025-03-06T15:21:07.078" v="1534" actId="14100"/>
          <ac:picMkLst>
            <pc:docMk/>
            <pc:sldMk cId="3852340020" sldId="269"/>
            <ac:picMk id="3" creationId="{0AA9E04A-8E77-718F-5DA4-DE5B635B6435}"/>
          </ac:picMkLst>
        </pc:picChg>
        <pc:picChg chg="add mod">
          <ac:chgData name="Conor McFadden" userId="f47e83d6-c304-46e3-a761-6bc8e21591e8" providerId="ADAL" clId="{8F9E9C37-3994-40C3-9173-FCED2443E66F}" dt="2025-03-06T15:20:47.802" v="1530" actId="1076"/>
          <ac:picMkLst>
            <pc:docMk/>
            <pc:sldMk cId="3852340020" sldId="269"/>
            <ac:picMk id="5" creationId="{D891EFA5-272C-8167-B3BE-C7488F776263}"/>
          </ac:picMkLst>
        </pc:picChg>
        <pc:picChg chg="mod">
          <ac:chgData name="Conor McFadden" userId="f47e83d6-c304-46e3-a761-6bc8e21591e8" providerId="ADAL" clId="{8F9E9C37-3994-40C3-9173-FCED2443E66F}" dt="2025-03-06T15:20:15.843" v="1514" actId="1076"/>
          <ac:picMkLst>
            <pc:docMk/>
            <pc:sldMk cId="3852340020" sldId="269"/>
            <ac:picMk id="12" creationId="{21DB3310-8E1A-D823-A49C-364EA504DE7A}"/>
          </ac:picMkLst>
        </pc:picChg>
        <pc:picChg chg="del">
          <ac:chgData name="Conor McFadden" userId="f47e83d6-c304-46e3-a761-6bc8e21591e8" providerId="ADAL" clId="{8F9E9C37-3994-40C3-9173-FCED2443E66F}" dt="2025-03-06T14:34:01.265" v="877" actId="478"/>
          <ac:picMkLst>
            <pc:docMk/>
            <pc:sldMk cId="3852340020" sldId="269"/>
            <ac:picMk id="14" creationId="{C9F5B389-E7DD-514E-547C-E1B176FB1853}"/>
          </ac:picMkLst>
        </pc:picChg>
      </pc:sldChg>
      <pc:sldChg chg="addSp delSp modSp add mod">
        <pc:chgData name="Conor McFadden" userId="f47e83d6-c304-46e3-a761-6bc8e21591e8" providerId="ADAL" clId="{8F9E9C37-3994-40C3-9173-FCED2443E66F}" dt="2025-03-06T14:41:01.786" v="1067" actId="1076"/>
        <pc:sldMkLst>
          <pc:docMk/>
          <pc:sldMk cId="3356422936" sldId="270"/>
        </pc:sldMkLst>
        <pc:spChg chg="add mod">
          <ac:chgData name="Conor McFadden" userId="f47e83d6-c304-46e3-a761-6bc8e21591e8" providerId="ADAL" clId="{8F9E9C37-3994-40C3-9173-FCED2443E66F}" dt="2025-03-06T14:39:51.313" v="957" actId="27636"/>
          <ac:spMkLst>
            <pc:docMk/>
            <pc:sldMk cId="3356422936" sldId="270"/>
            <ac:spMk id="4" creationId="{7933B490-33AB-0A24-2E64-7DAB939D40C7}"/>
          </ac:spMkLst>
        </pc:spChg>
        <pc:spChg chg="del">
          <ac:chgData name="Conor McFadden" userId="f47e83d6-c304-46e3-a761-6bc8e21591e8" providerId="ADAL" clId="{8F9E9C37-3994-40C3-9173-FCED2443E66F}" dt="2025-03-06T14:38:16.422" v="884" actId="478"/>
          <ac:spMkLst>
            <pc:docMk/>
            <pc:sldMk cId="3356422936" sldId="270"/>
            <ac:spMk id="8" creationId="{1D8E67D4-F42B-32AC-E35C-7636B1980B98}"/>
          </ac:spMkLst>
        </pc:spChg>
        <pc:spChg chg="add mod">
          <ac:chgData name="Conor McFadden" userId="f47e83d6-c304-46e3-a761-6bc8e21591e8" providerId="ADAL" clId="{8F9E9C37-3994-40C3-9173-FCED2443E66F}" dt="2025-03-06T14:39:55.471" v="958" actId="1076"/>
          <ac:spMkLst>
            <pc:docMk/>
            <pc:sldMk cId="3356422936" sldId="270"/>
            <ac:spMk id="11" creationId="{7FE5ED5C-0A2D-3F2D-9426-DB082BF70F4C}"/>
          </ac:spMkLst>
        </pc:spChg>
        <pc:spChg chg="add mod">
          <ac:chgData name="Conor McFadden" userId="f47e83d6-c304-46e3-a761-6bc8e21591e8" providerId="ADAL" clId="{8F9E9C37-3994-40C3-9173-FCED2443E66F}" dt="2025-03-06T14:40:52.834" v="1064" actId="1076"/>
          <ac:spMkLst>
            <pc:docMk/>
            <pc:sldMk cId="3356422936" sldId="270"/>
            <ac:spMk id="13" creationId="{880662CD-6BF4-2578-2122-C36DF6365EF9}"/>
          </ac:spMkLst>
        </pc:spChg>
        <pc:spChg chg="add mod">
          <ac:chgData name="Conor McFadden" userId="f47e83d6-c304-46e3-a761-6bc8e21591e8" providerId="ADAL" clId="{8F9E9C37-3994-40C3-9173-FCED2443E66F}" dt="2025-03-06T14:41:01.786" v="1067" actId="1076"/>
          <ac:spMkLst>
            <pc:docMk/>
            <pc:sldMk cId="3356422936" sldId="270"/>
            <ac:spMk id="14" creationId="{20781EAA-9FA6-7308-91D1-3CC00A4F2898}"/>
          </ac:spMkLst>
        </pc:spChg>
        <pc:picChg chg="del">
          <ac:chgData name="Conor McFadden" userId="f47e83d6-c304-46e3-a761-6bc8e21591e8" providerId="ADAL" clId="{8F9E9C37-3994-40C3-9173-FCED2443E66F}" dt="2025-03-06T14:38:16.422" v="884" actId="478"/>
          <ac:picMkLst>
            <pc:docMk/>
            <pc:sldMk cId="3356422936" sldId="270"/>
            <ac:picMk id="3" creationId="{760430F4-2010-CE9A-0B68-B587ED9ECD18}"/>
          </ac:picMkLst>
        </pc:picChg>
        <pc:picChg chg="del">
          <ac:chgData name="Conor McFadden" userId="f47e83d6-c304-46e3-a761-6bc8e21591e8" providerId="ADAL" clId="{8F9E9C37-3994-40C3-9173-FCED2443E66F}" dt="2025-03-06T14:38:16.422" v="884" actId="478"/>
          <ac:picMkLst>
            <pc:docMk/>
            <pc:sldMk cId="3356422936" sldId="270"/>
            <ac:picMk id="5" creationId="{C156DC55-44EB-6055-4BAB-4EE867584951}"/>
          </ac:picMkLst>
        </pc:picChg>
        <pc:picChg chg="add mod">
          <ac:chgData name="Conor McFadden" userId="f47e83d6-c304-46e3-a761-6bc8e21591e8" providerId="ADAL" clId="{8F9E9C37-3994-40C3-9173-FCED2443E66F}" dt="2025-03-06T14:39:01.771" v="924" actId="14100"/>
          <ac:picMkLst>
            <pc:docMk/>
            <pc:sldMk cId="3356422936" sldId="270"/>
            <ac:picMk id="7" creationId="{32980CA1-3908-B25D-2DD2-AF0E58000B8A}"/>
          </ac:picMkLst>
        </pc:picChg>
        <pc:picChg chg="add mod">
          <ac:chgData name="Conor McFadden" userId="f47e83d6-c304-46e3-a761-6bc8e21591e8" providerId="ADAL" clId="{8F9E9C37-3994-40C3-9173-FCED2443E66F}" dt="2025-03-06T14:40:52.834" v="1064" actId="1076"/>
          <ac:picMkLst>
            <pc:docMk/>
            <pc:sldMk cId="3356422936" sldId="270"/>
            <ac:picMk id="10" creationId="{E6D85A1E-F28F-D0FA-B3EA-742A69B1A1A8}"/>
          </ac:picMkLst>
        </pc:picChg>
        <pc:picChg chg="del">
          <ac:chgData name="Conor McFadden" userId="f47e83d6-c304-46e3-a761-6bc8e21591e8" providerId="ADAL" clId="{8F9E9C37-3994-40C3-9173-FCED2443E66F}" dt="2025-03-06T14:38:16.422" v="884" actId="478"/>
          <ac:picMkLst>
            <pc:docMk/>
            <pc:sldMk cId="3356422936" sldId="270"/>
            <ac:picMk id="12" creationId="{E87E641B-09F9-9E5F-9ADE-3378176E4E2C}"/>
          </ac:picMkLst>
        </pc:picChg>
      </pc:sldChg>
      <pc:sldChg chg="addSp delSp modSp add mod">
        <pc:chgData name="Conor McFadden" userId="f47e83d6-c304-46e3-a761-6bc8e21591e8" providerId="ADAL" clId="{8F9E9C37-3994-40C3-9173-FCED2443E66F}" dt="2025-03-06T15:12:24.054" v="1356" actId="113"/>
        <pc:sldMkLst>
          <pc:docMk/>
          <pc:sldMk cId="28099951" sldId="271"/>
        </pc:sldMkLst>
        <pc:spChg chg="add mod">
          <ac:chgData name="Conor McFadden" userId="f47e83d6-c304-46e3-a761-6bc8e21591e8" providerId="ADAL" clId="{8F9E9C37-3994-40C3-9173-FCED2443E66F}" dt="2025-03-06T15:12:24.054" v="1356" actId="113"/>
          <ac:spMkLst>
            <pc:docMk/>
            <pc:sldMk cId="28099951" sldId="271"/>
            <ac:spMk id="3" creationId="{6A349EB9-20EA-02D9-C6E4-92DC62465EE1}"/>
          </ac:spMkLst>
        </pc:spChg>
        <pc:spChg chg="del">
          <ac:chgData name="Conor McFadden" userId="f47e83d6-c304-46e3-a761-6bc8e21591e8" providerId="ADAL" clId="{8F9E9C37-3994-40C3-9173-FCED2443E66F}" dt="2025-03-06T15:05:18.527" v="1073" actId="478"/>
          <ac:spMkLst>
            <pc:docMk/>
            <pc:sldMk cId="28099951" sldId="271"/>
            <ac:spMk id="4" creationId="{C8064977-D612-A8AA-1AC9-FB26FDF21FD0}"/>
          </ac:spMkLst>
        </pc:spChg>
        <pc:spChg chg="add del">
          <ac:chgData name="Conor McFadden" userId="f47e83d6-c304-46e3-a761-6bc8e21591e8" providerId="ADAL" clId="{8F9E9C37-3994-40C3-9173-FCED2443E66F}" dt="2025-03-06T15:08:49.129" v="1077" actId="22"/>
          <ac:spMkLst>
            <pc:docMk/>
            <pc:sldMk cId="28099951" sldId="271"/>
            <ac:spMk id="6" creationId="{BB452C0A-C6F7-8F6D-03DA-A3827C615F35}"/>
          </ac:spMkLst>
        </pc:spChg>
        <pc:spChg chg="add mod">
          <ac:chgData name="Conor McFadden" userId="f47e83d6-c304-46e3-a761-6bc8e21591e8" providerId="ADAL" clId="{8F9E9C37-3994-40C3-9173-FCED2443E66F}" dt="2025-03-06T15:11:39.585" v="1311" actId="1076"/>
          <ac:spMkLst>
            <pc:docMk/>
            <pc:sldMk cId="28099951" sldId="271"/>
            <ac:spMk id="9" creationId="{D54D28C3-90F0-1F01-BF93-FFDE47DDCCDF}"/>
          </ac:spMkLst>
        </pc:spChg>
        <pc:spChg chg="del">
          <ac:chgData name="Conor McFadden" userId="f47e83d6-c304-46e3-a761-6bc8e21591e8" providerId="ADAL" clId="{8F9E9C37-3994-40C3-9173-FCED2443E66F}" dt="2025-03-06T15:05:18.527" v="1073" actId="478"/>
          <ac:spMkLst>
            <pc:docMk/>
            <pc:sldMk cId="28099951" sldId="271"/>
            <ac:spMk id="11" creationId="{6395F863-1860-E7BB-48EC-BCDF37EDC5C8}"/>
          </ac:spMkLst>
        </pc:spChg>
        <pc:spChg chg="del">
          <ac:chgData name="Conor McFadden" userId="f47e83d6-c304-46e3-a761-6bc8e21591e8" providerId="ADAL" clId="{8F9E9C37-3994-40C3-9173-FCED2443E66F}" dt="2025-03-06T15:05:18.527" v="1073" actId="478"/>
          <ac:spMkLst>
            <pc:docMk/>
            <pc:sldMk cId="28099951" sldId="271"/>
            <ac:spMk id="13" creationId="{35574E61-ED26-9707-0708-589D94E89A2D}"/>
          </ac:spMkLst>
        </pc:spChg>
        <pc:spChg chg="del">
          <ac:chgData name="Conor McFadden" userId="f47e83d6-c304-46e3-a761-6bc8e21591e8" providerId="ADAL" clId="{8F9E9C37-3994-40C3-9173-FCED2443E66F}" dt="2025-03-06T15:05:18.527" v="1073" actId="478"/>
          <ac:spMkLst>
            <pc:docMk/>
            <pc:sldMk cId="28099951" sldId="271"/>
            <ac:spMk id="14" creationId="{367F2248-5588-B7E8-3343-E656CA51833F}"/>
          </ac:spMkLst>
        </pc:spChg>
        <pc:picChg chg="del">
          <ac:chgData name="Conor McFadden" userId="f47e83d6-c304-46e3-a761-6bc8e21591e8" providerId="ADAL" clId="{8F9E9C37-3994-40C3-9173-FCED2443E66F}" dt="2025-03-06T15:05:18.527" v="1073" actId="478"/>
          <ac:picMkLst>
            <pc:docMk/>
            <pc:sldMk cId="28099951" sldId="271"/>
            <ac:picMk id="7" creationId="{F7691A96-6AF5-2052-3DAF-78DBEC0C7618}"/>
          </ac:picMkLst>
        </pc:picChg>
        <pc:picChg chg="del">
          <ac:chgData name="Conor McFadden" userId="f47e83d6-c304-46e3-a761-6bc8e21591e8" providerId="ADAL" clId="{8F9E9C37-3994-40C3-9173-FCED2443E66F}" dt="2025-03-06T15:05:18.527" v="1073" actId="478"/>
          <ac:picMkLst>
            <pc:docMk/>
            <pc:sldMk cId="28099951" sldId="271"/>
            <ac:picMk id="10" creationId="{410F14D2-70C8-0D4D-64BC-47106B10F108}"/>
          </ac:picMkLst>
        </pc:picChg>
      </pc:sldChg>
      <pc:sldChg chg="addSp modSp add mod">
        <pc:chgData name="Conor McFadden" userId="f47e83d6-c304-46e3-a761-6bc8e21591e8" providerId="ADAL" clId="{8F9E9C37-3994-40C3-9173-FCED2443E66F}" dt="2025-03-06T15:14:40.700" v="1378" actId="5793"/>
        <pc:sldMkLst>
          <pc:docMk/>
          <pc:sldMk cId="1739233993" sldId="272"/>
        </pc:sldMkLst>
        <pc:spChg chg="add mod">
          <ac:chgData name="Conor McFadden" userId="f47e83d6-c304-46e3-a761-6bc8e21591e8" providerId="ADAL" clId="{8F9E9C37-3994-40C3-9173-FCED2443E66F}" dt="2025-03-06T15:14:40.700" v="1378" actId="5793"/>
          <ac:spMkLst>
            <pc:docMk/>
            <pc:sldMk cId="1739233993" sldId="272"/>
            <ac:spMk id="2" creationId="{E9DC97E8-C9E7-37F7-CF2F-BB09119173C6}"/>
          </ac:spMkLst>
        </pc:spChg>
        <pc:spChg chg="mod">
          <ac:chgData name="Conor McFadden" userId="f47e83d6-c304-46e3-a761-6bc8e21591e8" providerId="ADAL" clId="{8F9E9C37-3994-40C3-9173-FCED2443E66F}" dt="2025-03-06T15:14:11.898" v="1373" actId="20577"/>
          <ac:spMkLst>
            <pc:docMk/>
            <pc:sldMk cId="1739233993" sldId="272"/>
            <ac:spMk id="3" creationId="{CA4A706E-6B36-CCAE-30AE-1078EE4DB8C5}"/>
          </ac:spMkLst>
        </pc:spChg>
      </pc:sldChg>
      <pc:sldChg chg="add del">
        <pc:chgData name="Conor McFadden" userId="f47e83d6-c304-46e3-a761-6bc8e21591e8" providerId="ADAL" clId="{8F9E9C37-3994-40C3-9173-FCED2443E66F}" dt="2025-03-06T15:05:13.140" v="1071" actId="47"/>
        <pc:sldMkLst>
          <pc:docMk/>
          <pc:sldMk cId="2271698477" sldId="272"/>
        </pc:sldMkLst>
      </pc:sldChg>
      <pc:sldChg chg="addSp delSp modSp add mod">
        <pc:chgData name="Conor McFadden" userId="f47e83d6-c304-46e3-a761-6bc8e21591e8" providerId="ADAL" clId="{8F9E9C37-3994-40C3-9173-FCED2443E66F}" dt="2025-03-06T15:12:42.915" v="1360" actId="1076"/>
        <pc:sldMkLst>
          <pc:docMk/>
          <pc:sldMk cId="661222597" sldId="273"/>
        </pc:sldMkLst>
        <pc:spChg chg="mod">
          <ac:chgData name="Conor McFadden" userId="f47e83d6-c304-46e3-a761-6bc8e21591e8" providerId="ADAL" clId="{8F9E9C37-3994-40C3-9173-FCED2443E66F}" dt="2025-03-06T15:12:20.337" v="1355" actId="113"/>
          <ac:spMkLst>
            <pc:docMk/>
            <pc:sldMk cId="661222597" sldId="273"/>
            <ac:spMk id="3" creationId="{1564FEB7-F6CB-FA9F-77C1-F1F9A51E7856}"/>
          </ac:spMkLst>
        </pc:spChg>
        <pc:spChg chg="del">
          <ac:chgData name="Conor McFadden" userId="f47e83d6-c304-46e3-a761-6bc8e21591e8" providerId="ADAL" clId="{8F9E9C37-3994-40C3-9173-FCED2443E66F}" dt="2025-03-06T15:11:55.826" v="1313" actId="478"/>
          <ac:spMkLst>
            <pc:docMk/>
            <pc:sldMk cId="661222597" sldId="273"/>
            <ac:spMk id="9" creationId="{80846439-C621-6E99-2150-FBB681DE3ADA}"/>
          </ac:spMkLst>
        </pc:spChg>
        <pc:picChg chg="add mod">
          <ac:chgData name="Conor McFadden" userId="f47e83d6-c304-46e3-a761-6bc8e21591e8" providerId="ADAL" clId="{8F9E9C37-3994-40C3-9173-FCED2443E66F}" dt="2025-03-06T15:12:42.915" v="1360" actId="1076"/>
          <ac:picMkLst>
            <pc:docMk/>
            <pc:sldMk cId="661222597" sldId="273"/>
            <ac:picMk id="2" creationId="{42D91B08-0BAB-3CE6-A934-005C47D886D4}"/>
          </ac:picMkLst>
        </pc:picChg>
      </pc:sldChg>
      <pc:sldChg chg="add del">
        <pc:chgData name="Conor McFadden" userId="f47e83d6-c304-46e3-a761-6bc8e21591e8" providerId="ADAL" clId="{8F9E9C37-3994-40C3-9173-FCED2443E66F}" dt="2025-03-06T15:05:14.741" v="1072" actId="47"/>
        <pc:sldMkLst>
          <pc:docMk/>
          <pc:sldMk cId="3637155096" sldId="273"/>
        </pc:sldMkLst>
      </pc:sldChg>
      <pc:sldChg chg="modSp add mod">
        <pc:chgData name="Conor McFadden" userId="f47e83d6-c304-46e3-a761-6bc8e21591e8" providerId="ADAL" clId="{8F9E9C37-3994-40C3-9173-FCED2443E66F}" dt="2025-03-06T15:16:02.124" v="1467" actId="20577"/>
        <pc:sldMkLst>
          <pc:docMk/>
          <pc:sldMk cId="3922047665" sldId="311"/>
        </pc:sldMkLst>
        <pc:spChg chg="mod">
          <ac:chgData name="Conor McFadden" userId="f47e83d6-c304-46e3-a761-6bc8e21591e8" providerId="ADAL" clId="{8F9E9C37-3994-40C3-9173-FCED2443E66F}" dt="2025-03-06T15:15:21.183" v="1380" actId="113"/>
          <ac:spMkLst>
            <pc:docMk/>
            <pc:sldMk cId="3922047665" sldId="311"/>
            <ac:spMk id="2" creationId="{A8EE333E-A315-E9B1-4EFC-789AED784FCB}"/>
          </ac:spMkLst>
        </pc:spChg>
        <pc:spChg chg="mod">
          <ac:chgData name="Conor McFadden" userId="f47e83d6-c304-46e3-a761-6bc8e21591e8" providerId="ADAL" clId="{8F9E9C37-3994-40C3-9173-FCED2443E66F}" dt="2025-03-06T15:16:02.124" v="1467" actId="20577"/>
          <ac:spMkLst>
            <pc:docMk/>
            <pc:sldMk cId="3922047665" sldId="311"/>
            <ac:spMk id="3" creationId="{E0596B99-37F2-7169-56DF-4D652394D02A}"/>
          </ac:spMkLst>
        </pc:spChg>
      </pc:sldChg>
      <pc:sldChg chg="modSp add mod">
        <pc:chgData name="Conor McFadden" userId="f47e83d6-c304-46e3-a761-6bc8e21591e8" providerId="ADAL" clId="{8F9E9C37-3994-40C3-9173-FCED2443E66F}" dt="2025-03-06T15:17:34.136" v="1512" actId="1076"/>
        <pc:sldMkLst>
          <pc:docMk/>
          <pc:sldMk cId="1809775085" sldId="319"/>
        </pc:sldMkLst>
        <pc:spChg chg="mod">
          <ac:chgData name="Conor McFadden" userId="f47e83d6-c304-46e3-a761-6bc8e21591e8" providerId="ADAL" clId="{8F9E9C37-3994-40C3-9173-FCED2443E66F}" dt="2025-03-06T15:17:10.119" v="1498" actId="14100"/>
          <ac:spMkLst>
            <pc:docMk/>
            <pc:sldMk cId="1809775085" sldId="319"/>
            <ac:spMk id="2" creationId="{9C496A6A-AEC1-F5A5-189B-E76304629651}"/>
          </ac:spMkLst>
        </pc:spChg>
        <pc:spChg chg="mod">
          <ac:chgData name="Conor McFadden" userId="f47e83d6-c304-46e3-a761-6bc8e21591e8" providerId="ADAL" clId="{8F9E9C37-3994-40C3-9173-FCED2443E66F}" dt="2025-03-06T15:17:25.236" v="1510" actId="20577"/>
          <ac:spMkLst>
            <pc:docMk/>
            <pc:sldMk cId="1809775085" sldId="319"/>
            <ac:spMk id="3" creationId="{6B8C906B-D790-F039-033B-606E130E7A1A}"/>
          </ac:spMkLst>
        </pc:spChg>
        <pc:picChg chg="mod">
          <ac:chgData name="Conor McFadden" userId="f47e83d6-c304-46e3-a761-6bc8e21591e8" providerId="ADAL" clId="{8F9E9C37-3994-40C3-9173-FCED2443E66F}" dt="2025-03-06T15:17:34.136" v="1512" actId="1076"/>
          <ac:picMkLst>
            <pc:docMk/>
            <pc:sldMk cId="1809775085" sldId="319"/>
            <ac:picMk id="7" creationId="{F38C908B-F000-2809-F3EC-56A63D6DA5DE}"/>
          </ac:picMkLst>
        </pc:picChg>
        <pc:picChg chg="mod">
          <ac:chgData name="Conor McFadden" userId="f47e83d6-c304-46e3-a761-6bc8e21591e8" providerId="ADAL" clId="{8F9E9C37-3994-40C3-9173-FCED2443E66F}" dt="2025-03-06T15:17:30.934" v="1511" actId="1076"/>
          <ac:picMkLst>
            <pc:docMk/>
            <pc:sldMk cId="1809775085" sldId="319"/>
            <ac:picMk id="9" creationId="{2C296469-C919-03DE-E135-0641CFD9A3BF}"/>
          </ac:picMkLst>
        </pc:picChg>
      </pc:sldChg>
      <pc:sldChg chg="addSp delSp modSp add mod">
        <pc:chgData name="Conor McFadden" userId="f47e83d6-c304-46e3-a761-6bc8e21591e8" providerId="ADAL" clId="{8F9E9C37-3994-40C3-9173-FCED2443E66F}" dt="2025-03-06T15:34:41.213" v="1769" actId="1036"/>
        <pc:sldMkLst>
          <pc:docMk/>
          <pc:sldMk cId="831247104" sldId="320"/>
        </pc:sldMkLst>
        <pc:spChg chg="mod">
          <ac:chgData name="Conor McFadden" userId="f47e83d6-c304-46e3-a761-6bc8e21591e8" providerId="ADAL" clId="{8F9E9C37-3994-40C3-9173-FCED2443E66F}" dt="2025-03-06T15:30:38.881" v="1655" actId="20577"/>
          <ac:spMkLst>
            <pc:docMk/>
            <pc:sldMk cId="831247104" sldId="320"/>
            <ac:spMk id="3" creationId="{CA71909C-F98F-7902-AEE8-AB947C04F9CC}"/>
          </ac:spMkLst>
        </pc:spChg>
        <pc:spChg chg="add mod">
          <ac:chgData name="Conor McFadden" userId="f47e83d6-c304-46e3-a761-6bc8e21591e8" providerId="ADAL" clId="{8F9E9C37-3994-40C3-9173-FCED2443E66F}" dt="2025-03-06T15:32:04.158" v="1671" actId="692"/>
          <ac:spMkLst>
            <pc:docMk/>
            <pc:sldMk cId="831247104" sldId="320"/>
            <ac:spMk id="5" creationId="{D67C9CE1-5725-D54F-424F-227D38A9D774}"/>
          </ac:spMkLst>
        </pc:spChg>
        <pc:spChg chg="add del mod">
          <ac:chgData name="Conor McFadden" userId="f47e83d6-c304-46e3-a761-6bc8e21591e8" providerId="ADAL" clId="{8F9E9C37-3994-40C3-9173-FCED2443E66F}" dt="2025-03-06T15:32:22.240" v="1674"/>
          <ac:spMkLst>
            <pc:docMk/>
            <pc:sldMk cId="831247104" sldId="320"/>
            <ac:spMk id="6" creationId="{CE83A038-C898-2149-E314-8D7DA765B7B2}"/>
          </ac:spMkLst>
        </pc:spChg>
        <pc:spChg chg="add mod">
          <ac:chgData name="Conor McFadden" userId="f47e83d6-c304-46e3-a761-6bc8e21591e8" providerId="ADAL" clId="{8F9E9C37-3994-40C3-9173-FCED2443E66F}" dt="2025-03-06T15:32:55.983" v="1702" actId="1076"/>
          <ac:spMkLst>
            <pc:docMk/>
            <pc:sldMk cId="831247104" sldId="320"/>
            <ac:spMk id="7" creationId="{213CC817-EE97-2A57-42CF-6A49EE86465F}"/>
          </ac:spMkLst>
        </pc:spChg>
        <pc:spChg chg="add mod">
          <ac:chgData name="Conor McFadden" userId="f47e83d6-c304-46e3-a761-6bc8e21591e8" providerId="ADAL" clId="{8F9E9C37-3994-40C3-9173-FCED2443E66F}" dt="2025-03-06T15:33:26.372" v="1708" actId="14100"/>
          <ac:spMkLst>
            <pc:docMk/>
            <pc:sldMk cId="831247104" sldId="320"/>
            <ac:spMk id="8" creationId="{91ADCC8C-0891-B238-60C4-39B9C26E066E}"/>
          </ac:spMkLst>
        </pc:spChg>
        <pc:spChg chg="add del mod">
          <ac:chgData name="Conor McFadden" userId="f47e83d6-c304-46e3-a761-6bc8e21591e8" providerId="ADAL" clId="{8F9E9C37-3994-40C3-9173-FCED2443E66F}" dt="2025-03-06T15:30:27.910" v="1647" actId="47"/>
          <ac:spMkLst>
            <pc:docMk/>
            <pc:sldMk cId="831247104" sldId="320"/>
            <ac:spMk id="9" creationId="{CADEE32A-E05F-D206-6C07-BEFB06BF1929}"/>
          </ac:spMkLst>
        </pc:spChg>
        <pc:spChg chg="add mod">
          <ac:chgData name="Conor McFadden" userId="f47e83d6-c304-46e3-a761-6bc8e21591e8" providerId="ADAL" clId="{8F9E9C37-3994-40C3-9173-FCED2443E66F}" dt="2025-03-06T15:33:32.319" v="1710" actId="14100"/>
          <ac:spMkLst>
            <pc:docMk/>
            <pc:sldMk cId="831247104" sldId="320"/>
            <ac:spMk id="10" creationId="{552D364F-352D-FE70-7A9E-7A52D6DBA2FF}"/>
          </ac:spMkLst>
        </pc:spChg>
        <pc:spChg chg="add mod">
          <ac:chgData name="Conor McFadden" userId="f47e83d6-c304-46e3-a761-6bc8e21591e8" providerId="ADAL" clId="{8F9E9C37-3994-40C3-9173-FCED2443E66F}" dt="2025-03-06T15:33:52.986" v="1738" actId="20577"/>
          <ac:spMkLst>
            <pc:docMk/>
            <pc:sldMk cId="831247104" sldId="320"/>
            <ac:spMk id="11" creationId="{26FCB6D2-032E-2168-A28E-361590020E6E}"/>
          </ac:spMkLst>
        </pc:spChg>
        <pc:spChg chg="add mod">
          <ac:chgData name="Conor McFadden" userId="f47e83d6-c304-46e3-a761-6bc8e21591e8" providerId="ADAL" clId="{8F9E9C37-3994-40C3-9173-FCED2443E66F}" dt="2025-03-06T15:34:41.213" v="1769" actId="1036"/>
          <ac:spMkLst>
            <pc:docMk/>
            <pc:sldMk cId="831247104" sldId="320"/>
            <ac:spMk id="12" creationId="{E4C0E3E6-C770-A7FA-F5E7-1A1C94D5DAF4}"/>
          </ac:spMkLst>
        </pc:spChg>
        <pc:picChg chg="add mod">
          <ac:chgData name="Conor McFadden" userId="f47e83d6-c304-46e3-a761-6bc8e21591e8" providerId="ADAL" clId="{8F9E9C37-3994-40C3-9173-FCED2443E66F}" dt="2025-03-06T15:31:17.573" v="1658" actId="1076"/>
          <ac:picMkLst>
            <pc:docMk/>
            <pc:sldMk cId="831247104" sldId="320"/>
            <ac:picMk id="4" creationId="{7D4B40B8-CF88-481D-652A-3600A2632E40}"/>
          </ac:picMkLst>
        </pc:picChg>
      </pc:sldChg>
      <pc:sldChg chg="add del">
        <pc:chgData name="Conor McFadden" userId="f47e83d6-c304-46e3-a761-6bc8e21591e8" providerId="ADAL" clId="{8F9E9C37-3994-40C3-9173-FCED2443E66F}" dt="2025-03-06T15:30:30.583" v="1648"/>
        <pc:sldMkLst>
          <pc:docMk/>
          <pc:sldMk cId="809502528" sldId="32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1DCD66-02F7-8548-82B4-161EFC2358E3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9EDC9E-9609-D542-BCFA-9093C769E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76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DCE86-95BA-E503-1824-4D7DDBA96D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4416E8-B2E8-DDBD-9F46-31CC30AA5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69E9B-72DE-1150-AED2-9F6875653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93DA1-1C31-8443-8222-F427DC153AD0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4CA5A-F7D4-9F7F-1079-12C6E47C9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8E3F6-324B-8A65-DB87-A8A8EAA19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EA7B-56B2-5046-84CB-E865FF100B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162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2C40E-9034-A7C2-1877-0B70D4913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4582A-799C-AD50-6E8F-313B94BF8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FD85E-C0FC-BF0C-F3FF-7AF74EC03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93DA1-1C31-8443-8222-F427DC153AD0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76BAB-F493-7258-AB2C-4BC20149D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91D8A-250A-DDBB-642D-F14FA9B3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EA7B-56B2-5046-84CB-E865FF100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133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1D2CB-B320-817D-D8FC-0D3D7F56A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0B391-EA61-FAB6-8D8C-72CD9A3AA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6F3D9-7D36-BB9F-1FBB-0B20E62A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93DA1-1C31-8443-8222-F427DC153AD0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32032-FFCB-0764-A39C-A89BD6DC9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BA0D3-E09F-6AC7-80B7-A8993B846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EA7B-56B2-5046-84CB-E865FF100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78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C67D7-EE7D-6FD5-B60E-49DB83B07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4CD3A-A708-2DF1-2E17-94B44D0DC5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8DC38D-6DA3-02A8-4F0A-D2C5CE4511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144A3-D15F-D52F-E547-7CB64D1F7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93DA1-1C31-8443-8222-F427DC153AD0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6FBF1-5818-0563-E301-1EDEF1F6F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EA5BB-A0B1-E2A3-0014-E25BCDAD3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EA7B-56B2-5046-84CB-E865FF100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96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B5B49-C11C-9B0D-7A97-42FA0A565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E3879-A495-2ADF-91B2-FD9D3988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58968D-917F-BE51-E293-7E38A8DE4B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A00CF-324E-D269-0155-8D47132091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DD8849-BD7C-7CE1-E2AA-C8317B817F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4D7094-7E53-3156-5A01-4FC70B4BC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93DA1-1C31-8443-8222-F427DC153AD0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13A806-894F-2D84-ACF5-A8ECB9D8F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259B53-E42F-54DF-DC10-B80866B0A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EA7B-56B2-5046-84CB-E865FF100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44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7C242-C1D3-368E-7BAE-EF397F5B4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C695F9-3FBC-3C17-61E6-CC4163DB3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93DA1-1C31-8443-8222-F427DC153AD0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4EBDD4-3028-D17B-09B6-E10CF3058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E3BDA9-13A0-ADF2-4C5D-90FAECE01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EA7B-56B2-5046-84CB-E865FF100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480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80248B-7CFC-409A-178F-2F69ECE36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93DA1-1C31-8443-8222-F427DC153AD0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870BCA-C6CC-BB79-07FD-0001873DD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27605-85B1-07F2-701E-E87914A9E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EA7B-56B2-5046-84CB-E865FF100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1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C3A1B-08A9-98E4-3F68-10A2A012D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89020-9433-C1CE-6B60-14A4CFC38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D6DE21-0653-B5F2-AC2C-EA7D61BC3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43C548-11BD-3C21-2758-91B40E7FD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93DA1-1C31-8443-8222-F427DC153AD0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B9CBB-2F55-0349-7EBE-8DC418D85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35017-43E4-708E-4228-0AAF2D25B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EA7B-56B2-5046-84CB-E865FF100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548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577A8-DFFC-BEF6-FBC7-152B53D45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EAF50-5C65-90BA-6346-7C8513933F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DF938B-3672-2368-724A-AC62EDB17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9AB084-EEAB-60FA-BCF2-FF2D5344B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93DA1-1C31-8443-8222-F427DC153AD0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47CE36-C985-F1EC-62E9-D195F160F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F33FD-EABD-BFBB-3BAE-2A25E83D6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EA7B-56B2-5046-84CB-E865FF100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078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ED910-BB4A-62F5-0AEF-AECAC2C95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5B88D2-014C-AD7D-461D-F34934EA3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CC817-C4F7-2F76-2FC7-534E1B16B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93DA1-1C31-8443-8222-F427DC153AD0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EC677-8ADC-0816-ABBA-3434A5C0E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D2118-2947-B17D-419A-C8F32DEBF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EA7B-56B2-5046-84CB-E865FF100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624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5D5C2D-2896-BDE7-690F-A9C17E351C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8A9C0D-510F-6D1A-9EB1-C08C2488A1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9576E-A13C-2409-7852-2E1AAEC39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93DA1-1C31-8443-8222-F427DC153AD0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DB0B1-C586-D949-AE80-1A1851624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FF546-9871-DDCA-0AF1-14FB5929E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EA7B-56B2-5046-84CB-E865FF100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170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4A01A6-EC8B-1341-3794-63393543F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70AC5-D873-175E-098B-7FDAD3C95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3F2A5-FEBB-5102-13AA-73F3C11D73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593DA1-1C31-8443-8222-F427DC153AD0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A85D6-C2A6-14B3-0C84-7E580A86B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90107-DA26-8570-C1C6-D085961AFC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4EA7B-56B2-5046-84CB-E865FF100BB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05CE52-12BC-534B-FD85-C444EF4E5EB2}"/>
              </a:ext>
            </a:extLst>
          </p:cNvPr>
          <p:cNvSpPr/>
          <p:nvPr userDrawn="1"/>
        </p:nvSpPr>
        <p:spPr>
          <a:xfrm>
            <a:off x="0" y="6219827"/>
            <a:ext cx="12192000" cy="638173"/>
          </a:xfrm>
          <a:prstGeom prst="rect">
            <a:avLst/>
          </a:prstGeom>
          <a:solidFill>
            <a:srgbClr val="005A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A021C2-55FF-C273-DB2C-DFD9993E5C9D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005A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close-up of a logo&#10;&#10;Description automatically generated with low confidence">
            <a:extLst>
              <a:ext uri="{FF2B5EF4-FFF2-40B4-BE49-F238E27FC236}">
                <a16:creationId xmlns:a16="http://schemas.microsoft.com/office/drawing/2014/main" id="{0CAC38F5-B719-FA26-F624-AC0CE365E2D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621455" y="6211058"/>
            <a:ext cx="2155825" cy="655710"/>
          </a:xfrm>
          <a:prstGeom prst="rect">
            <a:avLst/>
          </a:prstGeom>
        </p:spPr>
      </p:pic>
      <p:pic>
        <p:nvPicPr>
          <p:cNvPr id="1026" name="Picture 2" descr="Lyda Hill Department of Bioinformatics (@LHBioinf_UTSW) / X">
            <a:extLst>
              <a:ext uri="{FF2B5EF4-FFF2-40B4-BE49-F238E27FC236}">
                <a16:creationId xmlns:a16="http://schemas.microsoft.com/office/drawing/2014/main" id="{AC1EC9D5-0AE0-AD2E-6329-2871FEA21A3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7280" y="6250653"/>
            <a:ext cx="576520" cy="576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4629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F2716D4-DD93-5797-05B8-2F5F78E83B1B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Unit Testing and Test Driven Development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25D1CF9D-8623-B864-B0A2-659DA356A822}"/>
              </a:ext>
            </a:extLst>
          </p:cNvPr>
          <p:cNvSpPr txBox="1">
            <a:spLocks/>
          </p:cNvSpPr>
          <p:nvPr/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Conor McFadden</a:t>
            </a:r>
          </a:p>
          <a:p>
            <a:pPr marL="0" indent="0">
              <a:buNone/>
            </a:pPr>
            <a:r>
              <a:rPr lang="en-US" dirty="0">
                <a:cs typeface="Calibri"/>
              </a:rPr>
              <a:t>Continuous Integration with Python </a:t>
            </a:r>
            <a:r>
              <a:rPr lang="en-US" dirty="0" err="1">
                <a:cs typeface="Calibri"/>
              </a:rPr>
              <a:t>Nanocourse</a:t>
            </a:r>
            <a:r>
              <a:rPr lang="en-US" dirty="0">
                <a:cs typeface="Calibri"/>
              </a:rPr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4291789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EAE37-E080-D1ED-8340-B98516CBB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Unit Testing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5E0A3-A11C-DF42-C30A-768ECF588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9925"/>
            <a:ext cx="10515600" cy="3162011"/>
          </a:xfrm>
        </p:spPr>
        <p:txBody>
          <a:bodyPr/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Importance of unit testing in software development. 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Writing effective unit tests using python's testing frameworks. 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I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ncorporating test-driven development principles</a:t>
            </a:r>
          </a:p>
        </p:txBody>
      </p:sp>
    </p:spTree>
    <p:extLst>
      <p:ext uri="{BB962C8B-B14F-4D97-AF65-F5344CB8AC3E}">
        <p14:creationId xmlns:p14="http://schemas.microsoft.com/office/powerpoint/2010/main" val="3273628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A6A24-A014-74A3-5FDE-F6591463D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62FF6-72DD-C0E2-5312-378C3C7F7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Review Overview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BFDAD65-5237-8890-F5F4-97D9D98AD027}"/>
              </a:ext>
            </a:extLst>
          </p:cNvPr>
          <p:cNvSpPr txBox="1">
            <a:spLocks/>
          </p:cNvSpPr>
          <p:nvPr/>
        </p:nvSpPr>
        <p:spPr>
          <a:xfrm>
            <a:off x="663286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333333"/>
                </a:solidFill>
                <a:latin typeface="Calibri"/>
                <a:cs typeface="Calibri"/>
              </a:rPr>
              <a:t>Verification: </a:t>
            </a:r>
            <a:r>
              <a:rPr lang="en-US" dirty="0">
                <a:solidFill>
                  <a:srgbClr val="333333"/>
                </a:solidFill>
                <a:latin typeface="Calibri"/>
                <a:cs typeface="Calibri"/>
              </a:rPr>
              <a:t>Formal proof that a program is correct. </a:t>
            </a:r>
          </a:p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/>
                <a:cs typeface="Calibri"/>
              </a:rPr>
              <a:t>	Tedious to do by hand, and automated tool support for verification is 	still an active area of research. </a:t>
            </a:r>
          </a:p>
          <a:p>
            <a:endParaRPr lang="en-US" b="1" dirty="0">
              <a:solidFill>
                <a:srgbClr val="333333"/>
              </a:solidFill>
              <a:latin typeface="Calibri"/>
              <a:cs typeface="Calibri"/>
            </a:endParaRPr>
          </a:p>
          <a:p>
            <a:r>
              <a:rPr lang="en-US" b="1" dirty="0">
                <a:solidFill>
                  <a:srgbClr val="333333"/>
                </a:solidFill>
                <a:latin typeface="Calibri"/>
                <a:cs typeface="Calibri"/>
              </a:rPr>
              <a:t>Code review: </a:t>
            </a:r>
            <a:r>
              <a:rPr lang="en-US" dirty="0">
                <a:solidFill>
                  <a:srgbClr val="333333"/>
                </a:solidFill>
                <a:latin typeface="Calibri"/>
                <a:cs typeface="Calibri"/>
              </a:rPr>
              <a:t>Having somebody else carefully read your code, and reason informally about it, can be a good way to uncover bugs. It’s much like having somebody else proofread an essay you have written. </a:t>
            </a:r>
          </a:p>
          <a:p>
            <a:endParaRPr lang="en-US" b="1" dirty="0">
              <a:solidFill>
                <a:srgbClr val="333333"/>
              </a:solidFill>
              <a:latin typeface="Calibri"/>
              <a:cs typeface="Calibri"/>
            </a:endParaRPr>
          </a:p>
          <a:p>
            <a:r>
              <a:rPr lang="en-US" b="1" u="sng" dirty="0">
                <a:solidFill>
                  <a:srgbClr val="333333"/>
                </a:solidFill>
                <a:latin typeface="Calibri"/>
                <a:cs typeface="Calibri"/>
              </a:rPr>
              <a:t>Testing</a:t>
            </a:r>
            <a:r>
              <a:rPr lang="en-US" b="1" dirty="0">
                <a:solidFill>
                  <a:srgbClr val="333333"/>
                </a:solidFill>
                <a:latin typeface="Calibri"/>
                <a:cs typeface="Calibri"/>
              </a:rPr>
              <a:t>:</a:t>
            </a:r>
            <a:r>
              <a:rPr lang="en-US" dirty="0">
                <a:solidFill>
                  <a:srgbClr val="333333"/>
                </a:solidFill>
                <a:latin typeface="Calibri"/>
                <a:cs typeface="Calibri"/>
              </a:rPr>
              <a:t> Running the program on carefully selected inputs and checking the results.</a:t>
            </a:r>
          </a:p>
          <a:p>
            <a:pPr marL="0" indent="0">
              <a:buFont typeface="Arial" panose="020B0604020202020204" pitchFamily="34" charset="0"/>
              <a:buNone/>
            </a:pPr>
            <a:br>
              <a:rPr lang="en-US" dirty="0"/>
            </a:br>
            <a:r>
              <a:rPr lang="en-US" dirty="0"/>
              <a:t>	User Inputs? Logic errors? Hardware bugs?</a:t>
            </a:r>
          </a:p>
        </p:txBody>
      </p:sp>
    </p:spTree>
    <p:extLst>
      <p:ext uri="{BB962C8B-B14F-4D97-AF65-F5344CB8AC3E}">
        <p14:creationId xmlns:p14="http://schemas.microsoft.com/office/powerpoint/2010/main" val="2150278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7F99F-C604-F206-53DF-B108CF989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41A99-9882-D2BE-4FB1-15A8D3C99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420"/>
            <a:ext cx="10515600" cy="1325563"/>
          </a:xfrm>
        </p:spPr>
        <p:txBody>
          <a:bodyPr/>
          <a:lstStyle/>
          <a:p>
            <a:r>
              <a:rPr lang="en-US" b="1" dirty="0"/>
              <a:t>Types of Tests</a:t>
            </a:r>
          </a:p>
        </p:txBody>
      </p:sp>
      <p:pic>
        <p:nvPicPr>
          <p:cNvPr id="3" name="Picture 2" descr="A logo with a square and a yellow square&#10;&#10;Description automatically generated">
            <a:extLst>
              <a:ext uri="{FF2B5EF4-FFF2-40B4-BE49-F238E27FC236}">
                <a16:creationId xmlns:a16="http://schemas.microsoft.com/office/drawing/2014/main" id="{1F938AEA-9F1E-B939-1E9C-C67EB4181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289" y="1352983"/>
            <a:ext cx="1739899" cy="1229703"/>
          </a:xfrm>
          <a:prstGeom prst="rect">
            <a:avLst/>
          </a:prstGeom>
        </p:spPr>
      </p:pic>
      <p:pic>
        <p:nvPicPr>
          <p:cNvPr id="4" name="Picture 3" descr="A logo with squares and text&#10;&#10;Description automatically generated with medium confidence">
            <a:extLst>
              <a:ext uri="{FF2B5EF4-FFF2-40B4-BE49-F238E27FC236}">
                <a16:creationId xmlns:a16="http://schemas.microsoft.com/office/drawing/2014/main" id="{9E399673-94D9-8E52-A6BB-BFCC7D4BB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90" y="2742644"/>
            <a:ext cx="1739900" cy="1485900"/>
          </a:xfrm>
          <a:prstGeom prst="rect">
            <a:avLst/>
          </a:prstGeom>
        </p:spPr>
      </p:pic>
      <p:pic>
        <p:nvPicPr>
          <p:cNvPr id="5" name="Picture 4" descr="A grey and black square with text&#10;&#10;Description automatically generated with medium confidence">
            <a:extLst>
              <a:ext uri="{FF2B5EF4-FFF2-40B4-BE49-F238E27FC236}">
                <a16:creationId xmlns:a16="http://schemas.microsoft.com/office/drawing/2014/main" id="{2C37F9AC-5455-8656-D6D4-38638B721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290" y="4424404"/>
            <a:ext cx="1739900" cy="1473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CE7AE8-B962-3896-5149-AE9A821FF019}"/>
              </a:ext>
            </a:extLst>
          </p:cNvPr>
          <p:cNvSpPr txBox="1"/>
          <p:nvPr/>
        </p:nvSpPr>
        <p:spPr>
          <a:xfrm>
            <a:off x="2878277" y="1644668"/>
            <a:ext cx="8629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Unit Test: </a:t>
            </a:r>
            <a:r>
              <a:rPr lang="en-US" sz="2800" dirty="0"/>
              <a:t>Isolated method, function or component.</a:t>
            </a:r>
            <a:endParaRPr lang="en-US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06052F-D2C8-3F0F-C0C7-A30701BDD8ED}"/>
              </a:ext>
            </a:extLst>
          </p:cNvPr>
          <p:cNvSpPr txBox="1"/>
          <p:nvPr/>
        </p:nvSpPr>
        <p:spPr>
          <a:xfrm>
            <a:off x="2878277" y="3167390"/>
            <a:ext cx="8629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Integration Test: </a:t>
            </a:r>
            <a:r>
              <a:rPr lang="en-US" sz="2800" dirty="0"/>
              <a:t>Combined Unit Tests tested as a group.</a:t>
            </a:r>
            <a:endParaRPr lang="en-US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A27574-8B14-E5C7-342C-04950A010480}"/>
              </a:ext>
            </a:extLst>
          </p:cNvPr>
          <p:cNvSpPr txBox="1"/>
          <p:nvPr/>
        </p:nvSpPr>
        <p:spPr>
          <a:xfrm>
            <a:off x="2878277" y="4736278"/>
            <a:ext cx="86296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System (Smoke) Testing: </a:t>
            </a:r>
            <a:r>
              <a:rPr lang="en-US" sz="2800" dirty="0"/>
              <a:t>Tests the entire system as a whole to verify that critical functionalities work.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177319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845AD-894D-ADBA-480B-E49A93A76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5B9A6-E288-1F07-3A86-B6A2AADD8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420"/>
            <a:ext cx="10515600" cy="1325563"/>
          </a:xfrm>
        </p:spPr>
        <p:txBody>
          <a:bodyPr/>
          <a:lstStyle/>
          <a:p>
            <a:r>
              <a:rPr lang="en-US" b="1" dirty="0"/>
              <a:t>Python Testing Frameworks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FEF6EA-233B-5AE5-7C53-85A9A7736F5D}"/>
              </a:ext>
            </a:extLst>
          </p:cNvPr>
          <p:cNvSpPr txBox="1"/>
          <p:nvPr/>
        </p:nvSpPr>
        <p:spPr>
          <a:xfrm>
            <a:off x="838200" y="1352983"/>
            <a:ext cx="1102475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 err="1">
                <a:solidFill>
                  <a:srgbClr val="333333"/>
                </a:solidFill>
                <a:effectLst/>
                <a:latin typeface="source-sans-pro"/>
              </a:rPr>
              <a:t>unittest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source-sans-pro"/>
              </a:rPr>
              <a:t>: A testing framework included in the Python standard library. It provides a basic set of tools for writing and executing tests.</a:t>
            </a:r>
          </a:p>
          <a:p>
            <a:endParaRPr lang="en-US" sz="2800" dirty="0">
              <a:solidFill>
                <a:srgbClr val="333333"/>
              </a:solidFill>
              <a:latin typeface="source-sans-pro"/>
            </a:endParaRPr>
          </a:p>
          <a:p>
            <a:r>
              <a:rPr lang="en-US" sz="2800" b="1" i="0" dirty="0" err="1">
                <a:solidFill>
                  <a:srgbClr val="333333"/>
                </a:solidFill>
                <a:effectLst/>
                <a:latin typeface="source-sans-pro"/>
              </a:rPr>
              <a:t>pytest</a:t>
            </a:r>
            <a:r>
              <a:rPr lang="en-US" sz="2800" b="1" i="0" dirty="0">
                <a:solidFill>
                  <a:srgbClr val="333333"/>
                </a:solidFill>
                <a:effectLst/>
                <a:latin typeface="source-sans-pro"/>
              </a:rPr>
              <a:t>: 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source-sans-pro"/>
              </a:rPr>
              <a:t>A popular and powerful third-party testing framework. It encourages test-driven development (TDD) and provides features like fixtures and parameterized testing.</a:t>
            </a:r>
          </a:p>
          <a:p>
            <a:r>
              <a:rPr lang="en-US" sz="2800" b="0" i="0" dirty="0">
                <a:solidFill>
                  <a:srgbClr val="333333"/>
                </a:solidFill>
                <a:effectLst/>
                <a:latin typeface="source-sans-pro"/>
              </a:rPr>
              <a:t> </a:t>
            </a:r>
            <a:endParaRPr lang="en-US" sz="2800" dirty="0">
              <a:solidFill>
                <a:srgbClr val="333333"/>
              </a:solidFill>
              <a:latin typeface="source-sans-pro"/>
            </a:endParaRPr>
          </a:p>
          <a:p>
            <a:r>
              <a:rPr lang="en-US" sz="2800" b="1" dirty="0" err="1"/>
              <a:t>doctest</a:t>
            </a:r>
            <a:r>
              <a:rPr lang="en-US" sz="2800" b="1" dirty="0"/>
              <a:t>: </a:t>
            </a:r>
            <a:r>
              <a:rPr lang="en-US" sz="2800" dirty="0"/>
              <a:t>A testing framework that allows you to embed tests within docstrings, making it useful for creating documentation that also serves as executable test cases.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21954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14295-ACF0-7E48-735F-F086FD3F4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2602E-2200-B12B-901B-2ADB392EF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420"/>
            <a:ext cx="10515600" cy="1325563"/>
          </a:xfrm>
        </p:spPr>
        <p:txBody>
          <a:bodyPr/>
          <a:lstStyle/>
          <a:p>
            <a:r>
              <a:rPr lang="en-US" b="1" dirty="0"/>
              <a:t>Writing a Unit Test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13CD9F-DC15-8A2E-B2F4-035ABA204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2983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Arrange</a:t>
            </a:r>
            <a:r>
              <a:rPr lang="en-US" dirty="0"/>
              <a:t>: prepare for test, preparing objects, starting or killing services, entering records.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Act</a:t>
            </a:r>
            <a:r>
              <a:rPr lang="en-US" dirty="0"/>
              <a:t>: action that we would like to test, function or process.</a:t>
            </a:r>
          </a:p>
          <a:p>
            <a:endParaRPr lang="en-US" dirty="0"/>
          </a:p>
          <a:p>
            <a:r>
              <a:rPr lang="en-US" b="1" dirty="0"/>
              <a:t>Assert</a:t>
            </a:r>
            <a:r>
              <a:rPr lang="en-US" dirty="0"/>
              <a:t>: checking the result state to see if it matches expectations. Look at output and make judgment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b="1" dirty="0"/>
              <a:t>Cleanup</a:t>
            </a:r>
            <a:r>
              <a:rPr lang="en-US" dirty="0"/>
              <a:t>: cleanup tests so other downstream tests aren’t influenced by results or attributes. </a:t>
            </a:r>
          </a:p>
        </p:txBody>
      </p:sp>
    </p:spTree>
    <p:extLst>
      <p:ext uri="{BB962C8B-B14F-4D97-AF65-F5344CB8AC3E}">
        <p14:creationId xmlns:p14="http://schemas.microsoft.com/office/powerpoint/2010/main" val="245532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34276-E542-6132-5FFF-64BA4B2A7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056038A-D902-0D7A-4DDA-8B6460C11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766"/>
            <a:ext cx="10515600" cy="1325563"/>
          </a:xfrm>
        </p:spPr>
        <p:txBody>
          <a:bodyPr/>
          <a:lstStyle/>
          <a:p>
            <a:r>
              <a:rPr lang="en-US" b="1" dirty="0"/>
              <a:t>Running </a:t>
            </a:r>
            <a:r>
              <a:rPr lang="en-US" b="1" dirty="0" err="1"/>
              <a:t>pytest</a:t>
            </a:r>
            <a:endParaRPr lang="en-US" b="1" dirty="0"/>
          </a:p>
        </p:txBody>
      </p:sp>
      <p:pic>
        <p:nvPicPr>
          <p:cNvPr id="9" name="Picture 8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AA741837-662F-E2BC-15E7-883D971A9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16" y="1534825"/>
            <a:ext cx="2730500" cy="2159000"/>
          </a:xfrm>
          <a:prstGeom prst="rect">
            <a:avLst/>
          </a:prstGeom>
        </p:spPr>
      </p:pic>
      <p:pic>
        <p:nvPicPr>
          <p:cNvPr id="10" name="Content Placeholder 7" descr="A screen shot of a computer&#10;&#10;Description automatically generated">
            <a:extLst>
              <a:ext uri="{FF2B5EF4-FFF2-40B4-BE49-F238E27FC236}">
                <a16:creationId xmlns:a16="http://schemas.microsoft.com/office/drawing/2014/main" id="{09D47F1B-CE05-2D19-D29C-D688D59EF6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65016" y="3813321"/>
            <a:ext cx="10515600" cy="1914102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697109E-7D7A-14E5-55ED-A750E832DC4E}"/>
              </a:ext>
            </a:extLst>
          </p:cNvPr>
          <p:cNvSpPr txBox="1"/>
          <p:nvPr/>
        </p:nvSpPr>
        <p:spPr>
          <a:xfrm>
            <a:off x="5200650" y="1921827"/>
            <a:ext cx="460606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Just type &gt;&gt; </a:t>
            </a:r>
            <a:r>
              <a:rPr lang="en-US" sz="2800" b="1" dirty="0" err="1"/>
              <a:t>pytest</a:t>
            </a:r>
            <a:r>
              <a:rPr lang="en-US" sz="2800" b="1" dirty="0"/>
              <a:t> in prompt</a:t>
            </a:r>
          </a:p>
          <a:p>
            <a:endParaRPr lang="en-US" sz="2800" b="1" dirty="0"/>
          </a:p>
          <a:p>
            <a:r>
              <a:rPr lang="en-US" sz="2800" b="1" dirty="0"/>
              <a:t>Assert</a:t>
            </a:r>
            <a:r>
              <a:rPr lang="en-US" sz="2800" dirty="0"/>
              <a:t> is </a:t>
            </a:r>
            <a:r>
              <a:rPr lang="en-US" sz="2800" dirty="0">
                <a:solidFill>
                  <a:srgbClr val="00B050"/>
                </a:solidFill>
              </a:rPr>
              <a:t>True</a:t>
            </a:r>
            <a:r>
              <a:rPr lang="en-US" sz="2800" dirty="0"/>
              <a:t>, the test passes!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850289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F6AAC-C27D-3EE4-0E20-600918CF6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4" descr="A black screen with red and blue text&#10;&#10;Description automatically generated">
            <a:extLst>
              <a:ext uri="{FF2B5EF4-FFF2-40B4-BE49-F238E27FC236}">
                <a16:creationId xmlns:a16="http://schemas.microsoft.com/office/drawing/2014/main" id="{DC03A534-DFE0-0668-8127-0FBCE024B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16" y="3813321"/>
            <a:ext cx="10515600" cy="2351240"/>
          </a:xfrm>
          <a:prstGeom prst="rect">
            <a:avLst/>
          </a:prstGeom>
        </p:spPr>
      </p:pic>
      <p:pic>
        <p:nvPicPr>
          <p:cNvPr id="2" name="Picture 1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5CFB2C5F-C7EF-5394-2698-72C58C774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016" y="1559282"/>
            <a:ext cx="2933700" cy="20955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F06BD5B-4791-0831-8E5A-EAFFA437E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766"/>
            <a:ext cx="10515600" cy="1325563"/>
          </a:xfrm>
        </p:spPr>
        <p:txBody>
          <a:bodyPr/>
          <a:lstStyle/>
          <a:p>
            <a:r>
              <a:rPr lang="en-US" b="1" dirty="0"/>
              <a:t>Running </a:t>
            </a:r>
            <a:r>
              <a:rPr lang="en-US" b="1" dirty="0" err="1"/>
              <a:t>pytest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7A0EDC-E01E-9ACE-0D96-ED5292E08F08}"/>
              </a:ext>
            </a:extLst>
          </p:cNvPr>
          <p:cNvSpPr txBox="1"/>
          <p:nvPr/>
        </p:nvSpPr>
        <p:spPr>
          <a:xfrm>
            <a:off x="5200650" y="2223655"/>
            <a:ext cx="4305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Assert</a:t>
            </a:r>
            <a:r>
              <a:rPr lang="en-US" sz="2800" dirty="0"/>
              <a:t> is </a:t>
            </a:r>
            <a:r>
              <a:rPr lang="en-US" sz="2800" dirty="0">
                <a:solidFill>
                  <a:srgbClr val="FF0000"/>
                </a:solidFill>
              </a:rPr>
              <a:t>False</a:t>
            </a:r>
            <a:r>
              <a:rPr lang="en-US" sz="2800" dirty="0"/>
              <a:t>, the test fails!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901721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A9DCF-B02F-31A1-A8E3-82FAD9211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58AF099-2A2C-12C6-6C42-1DBAC53FE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766"/>
            <a:ext cx="10515600" cy="1325563"/>
          </a:xfrm>
        </p:spPr>
        <p:txBody>
          <a:bodyPr/>
          <a:lstStyle/>
          <a:p>
            <a:r>
              <a:rPr lang="en-US" b="1" dirty="0"/>
              <a:t>Any “</a:t>
            </a:r>
            <a:r>
              <a:rPr lang="en-US" dirty="0"/>
              <a:t>test_</a:t>
            </a:r>
            <a:r>
              <a:rPr lang="en-US" b="1" dirty="0"/>
              <a:t>” function will be recognized by </a:t>
            </a:r>
            <a:r>
              <a:rPr lang="en-US" b="1" dirty="0" err="1"/>
              <a:t>pytest</a:t>
            </a:r>
            <a:r>
              <a:rPr lang="en-US" b="1" dirty="0"/>
              <a:t> automatically</a:t>
            </a:r>
          </a:p>
        </p:txBody>
      </p:sp>
      <p:pic>
        <p:nvPicPr>
          <p:cNvPr id="4" name="Picture 3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D55E9124-B21A-68F7-7844-80725CBDE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709" y="1691409"/>
            <a:ext cx="2895600" cy="4000500"/>
          </a:xfrm>
          <a:prstGeom prst="rect">
            <a:avLst/>
          </a:prstGeom>
        </p:spPr>
      </p:pic>
      <p:pic>
        <p:nvPicPr>
          <p:cNvPr id="5" name="Picture 4" descr="A computer screen with text and numbers&#10;&#10;Description automatically generated">
            <a:extLst>
              <a:ext uri="{FF2B5EF4-FFF2-40B4-BE49-F238E27FC236}">
                <a16:creationId xmlns:a16="http://schemas.microsoft.com/office/drawing/2014/main" id="{0BBAAF67-C06D-C65D-8FEC-FC25CDBDD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505" y="2307840"/>
            <a:ext cx="7772400" cy="2643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472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96A6A-AEC1-F5A5-189B-E76304629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993" y="57636"/>
            <a:ext cx="10515600" cy="1002238"/>
          </a:xfrm>
        </p:spPr>
        <p:txBody>
          <a:bodyPr/>
          <a:lstStyle/>
          <a:p>
            <a:r>
              <a:rPr lang="en-US" b="1" dirty="0"/>
              <a:t>Parameterization in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C906B-D790-F039-033B-606E130E7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096" y="1059874"/>
            <a:ext cx="10515600" cy="4351338"/>
          </a:xfrm>
        </p:spPr>
        <p:txBody>
          <a:bodyPr/>
          <a:lstStyle/>
          <a:p>
            <a:r>
              <a:rPr lang="en-US" dirty="0"/>
              <a:t>Test multiple parameters at once using </a:t>
            </a:r>
            <a:r>
              <a:rPr lang="en-US" i="1" dirty="0" err="1"/>
              <a:t>pytest</a:t>
            </a:r>
            <a:r>
              <a:rPr lang="en-US" i="1" dirty="0"/>
              <a:t> </a:t>
            </a:r>
            <a:r>
              <a:rPr lang="en-US" dirty="0"/>
              <a:t>parameterize</a:t>
            </a:r>
          </a:p>
        </p:txBody>
      </p:sp>
      <p:pic>
        <p:nvPicPr>
          <p:cNvPr id="7" name="Picture 6" descr="A screen shot of a computer&#10;&#10;Description automatically generated">
            <a:extLst>
              <a:ext uri="{FF2B5EF4-FFF2-40B4-BE49-F238E27FC236}">
                <a16:creationId xmlns:a16="http://schemas.microsoft.com/office/drawing/2014/main" id="{F38C908B-F000-2809-F3EC-56A63D6DA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593" y="4723395"/>
            <a:ext cx="7772400" cy="1245689"/>
          </a:xfrm>
          <a:prstGeom prst="rect">
            <a:avLst/>
          </a:prstGeom>
        </p:spPr>
      </p:pic>
      <p:pic>
        <p:nvPicPr>
          <p:cNvPr id="9" name="Picture 8" descr="A screen shot of a computer&#10;&#10;Description automatically generated">
            <a:extLst>
              <a:ext uri="{FF2B5EF4-FFF2-40B4-BE49-F238E27FC236}">
                <a16:creationId xmlns:a16="http://schemas.microsoft.com/office/drawing/2014/main" id="{2C296469-C919-03DE-E135-0641CFD9A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443" y="1744016"/>
            <a:ext cx="58547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775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31780-A32F-ADE4-F670-BB9B0A45F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F3C0DBC-7485-2EDD-8924-B2FA72C07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766"/>
            <a:ext cx="10515600" cy="1325563"/>
          </a:xfrm>
        </p:spPr>
        <p:txBody>
          <a:bodyPr/>
          <a:lstStyle/>
          <a:p>
            <a:r>
              <a:rPr lang="en-US" b="1" dirty="0"/>
              <a:t>Fixtures in </a:t>
            </a:r>
            <a:r>
              <a:rPr lang="en-US" b="1" dirty="0" err="1"/>
              <a:t>pytest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524A1F-FB0E-5567-DC7F-2281E7F8D090}"/>
              </a:ext>
            </a:extLst>
          </p:cNvPr>
          <p:cNvSpPr txBox="1"/>
          <p:nvPr/>
        </p:nvSpPr>
        <p:spPr>
          <a:xfrm>
            <a:off x="838200" y="1415329"/>
            <a:ext cx="1110095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 way to set up and clean up things before and after running tests.</a:t>
            </a:r>
          </a:p>
          <a:p>
            <a:r>
              <a:rPr lang="en-US" sz="2800" dirty="0"/>
              <a:t> </a:t>
            </a:r>
          </a:p>
          <a:p>
            <a:r>
              <a:rPr lang="en-US" sz="2800" dirty="0"/>
              <a:t>They help avoid repeating setup code in multiple tests.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7378F8-6983-EAC5-003F-60F0C23398C4}"/>
              </a:ext>
            </a:extLst>
          </p:cNvPr>
          <p:cNvSpPr txBox="1"/>
          <p:nvPr/>
        </p:nvSpPr>
        <p:spPr>
          <a:xfrm>
            <a:off x="2622189" y="3429000"/>
            <a:ext cx="694762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Why Use Fixtures?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Avoid duplicating setup code in every test.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Keep test files clean and readable.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Automatically clean up after tests run.</a:t>
            </a:r>
          </a:p>
        </p:txBody>
      </p:sp>
    </p:spTree>
    <p:extLst>
      <p:ext uri="{BB962C8B-B14F-4D97-AF65-F5344CB8AC3E}">
        <p14:creationId xmlns:p14="http://schemas.microsoft.com/office/powerpoint/2010/main" val="2807151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8C20D-E7C6-5DF7-93C8-FF270FCF2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27D343C-602E-1C0D-4603-EF92DECF6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766"/>
            <a:ext cx="10515600" cy="1325563"/>
          </a:xfrm>
        </p:spPr>
        <p:txBody>
          <a:bodyPr/>
          <a:lstStyle/>
          <a:p>
            <a:r>
              <a:rPr lang="en-US" b="1" dirty="0"/>
              <a:t>Fixtures in </a:t>
            </a:r>
            <a:r>
              <a:rPr lang="en-US" b="1" dirty="0" err="1"/>
              <a:t>pytest</a:t>
            </a:r>
            <a:endParaRPr lang="en-US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DB444D-39DB-C293-87D0-3C08EAB0F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913" y="1452333"/>
            <a:ext cx="3716482" cy="31324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B3D2FC0-A04F-3F18-95CF-E05950362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798" y="1025208"/>
            <a:ext cx="4967988" cy="454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063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2B588-82D9-6B9D-C1D5-4DA49F35B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7CD3220-B30D-E460-02A3-C79527256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766"/>
            <a:ext cx="10515600" cy="1325563"/>
          </a:xfrm>
        </p:spPr>
        <p:txBody>
          <a:bodyPr/>
          <a:lstStyle/>
          <a:p>
            <a:r>
              <a:rPr lang="en-US" b="1" dirty="0"/>
              <a:t>Fixtures in </a:t>
            </a:r>
            <a:r>
              <a:rPr lang="en-US" b="1" dirty="0" err="1"/>
              <a:t>pytest</a:t>
            </a:r>
            <a:endParaRPr lang="en-US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DB3310-8E1A-D823-A49C-364EA504D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913" y="1454609"/>
            <a:ext cx="3716482" cy="31324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91EFA5-272C-8167-B3BE-C7488F776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26352"/>
            <a:ext cx="6553397" cy="146088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A9E04A-8E77-718F-5DA4-DE5B635B6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558193"/>
            <a:ext cx="5818148" cy="495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340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23C81-0622-8151-67F5-D3561F870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33B490-33AB-0A24-2E64-7DAB939D4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945" y="48202"/>
            <a:ext cx="10515600" cy="64798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Key Binding Test in </a:t>
            </a:r>
            <a:r>
              <a:rPr lang="en-US" b="1" dirty="0" err="1"/>
              <a:t>PyCalc</a:t>
            </a:r>
            <a:r>
              <a:rPr lang="en-US" b="1" dirty="0"/>
              <a:t> Exercise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980CA1-3908-B25D-2DD2-AF0E58000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218" y="1267246"/>
            <a:ext cx="3224460" cy="49533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D85A1E-F28F-D0FA-B3EA-742A69B1A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720" y="1218391"/>
            <a:ext cx="5639587" cy="18195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FE5ED5C-0A2D-3F2D-9426-DB082BF70F4C}"/>
              </a:ext>
            </a:extLst>
          </p:cNvPr>
          <p:cNvSpPr txBox="1"/>
          <p:nvPr/>
        </p:nvSpPr>
        <p:spPr>
          <a:xfrm>
            <a:off x="1168977" y="897914"/>
            <a:ext cx="1229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conftest.py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0662CD-6BF4-2578-2122-C36DF6365EF9}"/>
              </a:ext>
            </a:extLst>
          </p:cNvPr>
          <p:cNvSpPr txBox="1"/>
          <p:nvPr/>
        </p:nvSpPr>
        <p:spPr>
          <a:xfrm>
            <a:off x="5140037" y="849059"/>
            <a:ext cx="1827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test_controller.py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781EAA-9FA6-7308-91D1-3CC00A4F2898}"/>
              </a:ext>
            </a:extLst>
          </p:cNvPr>
          <p:cNvSpPr txBox="1"/>
          <p:nvPr/>
        </p:nvSpPr>
        <p:spPr>
          <a:xfrm>
            <a:off x="5203720" y="3743942"/>
            <a:ext cx="628832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Fixtures </a:t>
            </a:r>
            <a:r>
              <a:rPr lang="en-US" sz="2800" b="1" dirty="0">
                <a:sym typeface="Wingdings" panose="05000000000000000000" pitchFamily="2" charset="2"/>
              </a:rPr>
              <a:t> conftest.py</a:t>
            </a:r>
            <a:endParaRPr lang="en-US" sz="2800" b="1" dirty="0"/>
          </a:p>
          <a:p>
            <a:endParaRPr lang="en-US" sz="2800" b="1" dirty="0"/>
          </a:p>
          <a:p>
            <a:r>
              <a:rPr lang="en-US" sz="2800" b="1" dirty="0"/>
              <a:t>Yield</a:t>
            </a:r>
            <a:r>
              <a:rPr lang="en-US" sz="2800" dirty="0"/>
              <a:t> keyword to free resources after test.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356422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07D17-EC25-4B35-2824-F020778DC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71909C-F98F-7902-AEE8-AB947C04F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41" y="55850"/>
            <a:ext cx="10515600" cy="1325563"/>
          </a:xfrm>
        </p:spPr>
        <p:txBody>
          <a:bodyPr/>
          <a:lstStyle/>
          <a:p>
            <a:r>
              <a:rPr lang="en-US" b="1" dirty="0"/>
              <a:t>What is </a:t>
            </a:r>
            <a:r>
              <a:rPr lang="en-US" dirty="0"/>
              <a:t>yield </a:t>
            </a:r>
            <a:r>
              <a:rPr lang="en-US" b="1" dirty="0"/>
              <a:t>doing?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DEE32A-E05F-D206-6C07-BEFB06BF1929}"/>
              </a:ext>
            </a:extLst>
          </p:cNvPr>
          <p:cNvSpPr txBox="1"/>
          <p:nvPr/>
        </p:nvSpPr>
        <p:spPr>
          <a:xfrm>
            <a:off x="613064" y="1381413"/>
            <a:ext cx="10562359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Source Sans Pro"/>
              <a:ea typeface="Source Sans Pro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4B40B8-CF88-481D-652A-3600A2632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07" y="1809590"/>
            <a:ext cx="6252014" cy="3134912"/>
          </a:xfrm>
          <a:prstGeom prst="rect">
            <a:avLst/>
          </a:prstGeom>
        </p:spPr>
      </p:pic>
      <p:sp>
        <p:nvSpPr>
          <p:cNvPr id="5" name="Right Brace 4">
            <a:extLst>
              <a:ext uri="{FF2B5EF4-FFF2-40B4-BE49-F238E27FC236}">
                <a16:creationId xmlns:a16="http://schemas.microsoft.com/office/drawing/2014/main" id="{D67C9CE1-5725-D54F-424F-227D38A9D774}"/>
              </a:ext>
            </a:extLst>
          </p:cNvPr>
          <p:cNvSpPr/>
          <p:nvPr/>
        </p:nvSpPr>
        <p:spPr>
          <a:xfrm>
            <a:off x="6920421" y="2540577"/>
            <a:ext cx="550643" cy="1059873"/>
          </a:xfrm>
          <a:prstGeom prst="rightBrac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3CC817-EE97-2A57-42CF-6A49EE86465F}"/>
              </a:ext>
            </a:extLst>
          </p:cNvPr>
          <p:cNvSpPr txBox="1"/>
          <p:nvPr/>
        </p:nvSpPr>
        <p:spPr>
          <a:xfrm>
            <a:off x="7471064" y="2839680"/>
            <a:ext cx="3414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SETUP: </a:t>
            </a:r>
            <a:r>
              <a:rPr lang="en-US" sz="2400" dirty="0"/>
              <a:t>prepare resources</a:t>
            </a:r>
            <a:endParaRPr lang="en-US" sz="2400" b="1" dirty="0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91ADCC8C-0891-B238-60C4-39B9C26E066E}"/>
              </a:ext>
            </a:extLst>
          </p:cNvPr>
          <p:cNvSpPr/>
          <p:nvPr/>
        </p:nvSpPr>
        <p:spPr>
          <a:xfrm>
            <a:off x="6920420" y="3629390"/>
            <a:ext cx="550643" cy="611493"/>
          </a:xfrm>
          <a:prstGeom prst="rightBrac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552D364F-352D-FE70-7A9E-7A52D6DBA2FF}"/>
              </a:ext>
            </a:extLst>
          </p:cNvPr>
          <p:cNvSpPr/>
          <p:nvPr/>
        </p:nvSpPr>
        <p:spPr>
          <a:xfrm>
            <a:off x="6920419" y="4265469"/>
            <a:ext cx="550643" cy="611494"/>
          </a:xfrm>
          <a:prstGeom prst="rightBrac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FCB6D2-032E-2168-A28E-361590020E6E}"/>
              </a:ext>
            </a:extLst>
          </p:cNvPr>
          <p:cNvSpPr txBox="1"/>
          <p:nvPr/>
        </p:nvSpPr>
        <p:spPr>
          <a:xfrm>
            <a:off x="7471062" y="3695699"/>
            <a:ext cx="3430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YIELD: </a:t>
            </a:r>
            <a:r>
              <a:rPr lang="en-US" sz="2400" dirty="0"/>
              <a:t>give it to your tests</a:t>
            </a:r>
            <a:endParaRPr lang="en-US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C0E3E6-C770-A7FA-F5E7-1A1C94D5DAF4}"/>
              </a:ext>
            </a:extLst>
          </p:cNvPr>
          <p:cNvSpPr txBox="1"/>
          <p:nvPr/>
        </p:nvSpPr>
        <p:spPr>
          <a:xfrm>
            <a:off x="7454841" y="4331275"/>
            <a:ext cx="42950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TEARDOWN: </a:t>
            </a:r>
            <a:r>
              <a:rPr lang="en-US" sz="2400" dirty="0"/>
              <a:t>free your resources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831247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EA5B4-14C4-0121-CF95-5EE3A84AA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349EB9-20EA-02D9-C6E4-92DC62465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41" y="55850"/>
            <a:ext cx="10515600" cy="1325563"/>
          </a:xfrm>
        </p:spPr>
        <p:txBody>
          <a:bodyPr/>
          <a:lstStyle/>
          <a:p>
            <a:r>
              <a:rPr lang="en-US" b="1" dirty="0"/>
              <a:t>Unit Testing Best Practices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4D28C3-90F0-1F01-BF93-FFDE47DDCCDF}"/>
              </a:ext>
            </a:extLst>
          </p:cNvPr>
          <p:cNvSpPr txBox="1"/>
          <p:nvPr/>
        </p:nvSpPr>
        <p:spPr>
          <a:xfrm>
            <a:off x="613064" y="1381413"/>
            <a:ext cx="10562359" cy="4608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Source Sans Pro"/>
                <a:ea typeface="Source Sans Pro"/>
                <a:cs typeface="+mn-cs"/>
              </a:rPr>
              <a:t>Unit test cases should be independent.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 dirty="0">
              <a:solidFill>
                <a:srgbClr val="222222"/>
              </a:solidFill>
              <a:latin typeface="Source Sans Pro"/>
              <a:ea typeface="Source Sans Pro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Source Sans Pro"/>
                <a:ea typeface="Source Sans Pro"/>
                <a:cs typeface="+mn-cs"/>
              </a:rPr>
              <a:t>Test only one code or component at a time.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Source Sans Pro"/>
              <a:ea typeface="Source Sans Pro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Source Sans Pro"/>
                <a:ea typeface="Source Sans Pro"/>
                <a:cs typeface="+mn-cs"/>
              </a:rPr>
              <a:t>Clear and consistent naming conventions.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Source Sans Pro"/>
              <a:ea typeface="Source Sans Pro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Source Sans Pro"/>
                <a:ea typeface="Source Sans Pro"/>
                <a:cs typeface="+mn-cs"/>
              </a:rPr>
              <a:t>Fix bugs before moving on!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 dirty="0">
              <a:solidFill>
                <a:srgbClr val="222222"/>
              </a:solidFill>
              <a:latin typeface="Source Sans Pro"/>
              <a:ea typeface="Source Sans Pro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Source Sans Pro"/>
                <a:ea typeface="Source Sans Pro"/>
                <a:cs typeface="+mn-cs"/>
              </a:rPr>
              <a:t>“Test as you code”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Source Sans Pro"/>
                <a:ea typeface="Source Sans Pro"/>
                <a:cs typeface="+mn-cs"/>
                <a:sym typeface="Wingdings" panose="05000000000000000000" pitchFamily="2" charset="2"/>
              </a:rPr>
              <a:t> Write you tests while the idea is still fresh.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Source Sans Pro"/>
              <a:ea typeface="Source Sans Pro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99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34D97-09CE-DB87-69A5-6E1524948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564FEB7-F6CB-FA9F-77C1-F1F9A51E7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41" y="55850"/>
            <a:ext cx="10515600" cy="1325563"/>
          </a:xfrm>
        </p:spPr>
        <p:txBody>
          <a:bodyPr/>
          <a:lstStyle/>
          <a:p>
            <a:r>
              <a:rPr lang="en-US" b="1" dirty="0"/>
              <a:t>Testing-Driven Development/Deployment</a:t>
            </a:r>
          </a:p>
        </p:txBody>
      </p:sp>
      <p:pic>
        <p:nvPicPr>
          <p:cNvPr id="2" name="Content Placeholder 4" descr="A diagram of a test&#10;&#10;Description automatically generated">
            <a:extLst>
              <a:ext uri="{FF2B5EF4-FFF2-40B4-BE49-F238E27FC236}">
                <a16:creationId xmlns:a16="http://schemas.microsoft.com/office/drawing/2014/main" id="{42D91B08-0BAB-3CE6-A934-005C47D886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8899" y="995241"/>
            <a:ext cx="5723579" cy="5218235"/>
          </a:xfrm>
        </p:spPr>
      </p:pic>
    </p:spTree>
    <p:extLst>
      <p:ext uri="{BB962C8B-B14F-4D97-AF65-F5344CB8AC3E}">
        <p14:creationId xmlns:p14="http://schemas.microsoft.com/office/powerpoint/2010/main" val="661222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250DC-D4AA-511C-548C-2054C2DEA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A706E-6B36-CCAE-30AE-1078EE4DB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9DC97E8-C9E7-37F7-CF2F-BB0911917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Writing tests are useful for making sure code is functioning properly and removing bugs during development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Pytest</a:t>
            </a:r>
            <a:r>
              <a:rPr lang="en-US" dirty="0"/>
              <a:t> is a useful framework for setting up tests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2339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E333E-A315-E9B1-4EFC-789AED784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96B99-37F2-7169-56DF-4D652394D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Install </a:t>
            </a:r>
            <a:r>
              <a:rPr lang="en-US" dirty="0" err="1"/>
              <a:t>pytest</a:t>
            </a:r>
            <a:r>
              <a:rPr lang="en-US" dirty="0"/>
              <a:t> in environment using </a:t>
            </a:r>
            <a:r>
              <a:rPr lang="en-US" dirty="0" err="1"/>
              <a:t>pyproject.toml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pip install –e .[dev]</a:t>
            </a:r>
            <a:r>
              <a:rPr lang="en-US" dirty="0"/>
              <a:t> or </a:t>
            </a:r>
            <a:r>
              <a:rPr lang="en-US" i="1" dirty="0"/>
              <a:t>pip install –e “.[dev]” on Mac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Write a unit test to test _</a:t>
            </a:r>
            <a:r>
              <a:rPr lang="en-US" dirty="0" err="1"/>
              <a:t>calculateResult</a:t>
            </a:r>
            <a:r>
              <a:rPr lang="en-US" dirty="0"/>
              <a:t> function in controller.py</a:t>
            </a:r>
          </a:p>
          <a:p>
            <a:endParaRPr lang="en-US" dirty="0"/>
          </a:p>
          <a:p>
            <a:r>
              <a:rPr lang="en-US" dirty="0">
                <a:ea typeface="Calibri"/>
                <a:cs typeface="Calibri"/>
              </a:rPr>
              <a:t>If time is remaining, parameterize the test for _</a:t>
            </a:r>
            <a:r>
              <a:rPr lang="en-US" dirty="0" err="1">
                <a:ea typeface="Calibri"/>
                <a:cs typeface="Calibri"/>
              </a:rPr>
              <a:t>calculateResult</a:t>
            </a: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2047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16247</TotalTime>
  <Words>625</Words>
  <Application>Microsoft Office PowerPoint</Application>
  <PresentationFormat>Widescreen</PresentationFormat>
  <Paragraphs>88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Source Sans Pro</vt:lpstr>
      <vt:lpstr>source-sans-pro</vt:lpstr>
      <vt:lpstr>Wingdings</vt:lpstr>
      <vt:lpstr>Office Theme</vt:lpstr>
      <vt:lpstr>PowerPoint Presentation</vt:lpstr>
      <vt:lpstr>Unit Testing overview</vt:lpstr>
      <vt:lpstr>Software Review Overview</vt:lpstr>
      <vt:lpstr>Types of Tests</vt:lpstr>
      <vt:lpstr>Python Testing Frameworks</vt:lpstr>
      <vt:lpstr>Writing a Unit Test</vt:lpstr>
      <vt:lpstr>Running pytest</vt:lpstr>
      <vt:lpstr>Running pytest</vt:lpstr>
      <vt:lpstr>Any “test_” function will be recognized by pytest automatically</vt:lpstr>
      <vt:lpstr>Parameterization in tests</vt:lpstr>
      <vt:lpstr>Fixtures in pytest</vt:lpstr>
      <vt:lpstr>Fixtures in pytest</vt:lpstr>
      <vt:lpstr>Fixtures in pytest</vt:lpstr>
      <vt:lpstr>Key Binding Test in PyCalc Exercise</vt:lpstr>
      <vt:lpstr>What is yield doing?</vt:lpstr>
      <vt:lpstr>Unit Testing Best Practices</vt:lpstr>
      <vt:lpstr>Testing-Driven Development/Deployment</vt:lpstr>
      <vt:lpstr>Conclusions</vt:lpstr>
      <vt:lpstr>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Metastasis Project Progress</dc:title>
  <dc:creator>Zachary Connerty-Marin</dc:creator>
  <cp:lastModifiedBy>Conor McFadden</cp:lastModifiedBy>
  <cp:revision>261</cp:revision>
  <dcterms:created xsi:type="dcterms:W3CDTF">2023-09-12T16:13:46Z</dcterms:created>
  <dcterms:modified xsi:type="dcterms:W3CDTF">2025-03-06T15:34:47Z</dcterms:modified>
</cp:coreProperties>
</file>